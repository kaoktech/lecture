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3D121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rgbClr val="3D121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Errors Gracefully — Python 3.x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2011680" cy="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 ·  Object Oriented Programming  ·  Software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in Brief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9339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1109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and aggregation model “has-a” relationships, complementing inheritance's “is-a”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208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85978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introduced the “guard clause” pattern — checking for invalid input and returning early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9077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80847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clauses work, but they require the caller to check a return value to know something went wrong, and it's easy to forget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3946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475716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exceptions, Python's formal mechanism for signaling and handling errors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14-Week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today's session fits into the semester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OOP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0428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239572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8496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4059936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59936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&amp; Methods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32704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5724144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24144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96912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7388352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88352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62532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3" name="Text 21"/>
          <p:cNvSpPr/>
          <p:nvPr/>
        </p:nvSpPr>
        <p:spPr>
          <a:xfrm>
            <a:off x="1071676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1676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0428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9" name="Text 27"/>
          <p:cNvSpPr/>
          <p:nvPr/>
        </p:nvSpPr>
        <p:spPr>
          <a:xfrm>
            <a:off x="239572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9572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968496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4059936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59936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32704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5" name="Text 33"/>
          <p:cNvSpPr/>
          <p:nvPr/>
        </p:nvSpPr>
        <p:spPr>
          <a:xfrm>
            <a:off x="5724144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24144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96912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8" name="Text 36"/>
          <p:cNvSpPr/>
          <p:nvPr/>
        </p:nvSpPr>
        <p:spPr>
          <a:xfrm>
            <a:off x="7388352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88352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Testing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6112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1" name="Text 39"/>
          <p:cNvSpPr/>
          <p:nvPr/>
        </p:nvSpPr>
        <p:spPr>
          <a:xfrm>
            <a:off x="905256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5256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62532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4" name="Text 42"/>
          <p:cNvSpPr/>
          <p:nvPr/>
        </p:nvSpPr>
        <p:spPr>
          <a:xfrm>
            <a:off x="1071676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71676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7335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runtime error is, and how an unhandled exception crashes a program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07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07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38963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try/except to catch and handle specific exception types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124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24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10591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else and finally to control what runs and when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82219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exceptions deliberately with raise, including descriptive error messages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556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56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53847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custom exception class for a specific error condition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273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7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25475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ATM simulation with robust, layered error handling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 of theory, two hours of hands-on lab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Errors, Unhandled (10 min)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5819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nobody catches an exception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 Basics (20 min)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0" y="23591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and responding to errors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else, finally, and Execution Order (15 min)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31363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anatomy of exception handling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and Custom Exceptions (25 min)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39136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Signaling errors on your own terms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663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ATM Simulation (20 min)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6908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realistic error handling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5440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Build the ATM Simulation (40 min)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54681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an Error Goes Unhandled?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121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runtime error (an exception) that nobody catches crashes the program immediately, printing a traceback and stopping execution right where the error occurred.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real application, one bad input value shouldn't take down the entire program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let us anticipate specific failure points and decide exactly how to respond to each one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Unhandled Exception, Demonstrated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get_average(numbers):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sum(numbers) / len(numbers)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print(get_average([90, 80, 70]))   # 80.0, fine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print(get_average([]))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Traceback (most recent call last):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...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ZeroDivisionError: division by zero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program stops here ---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3840480"/>
          </a:xfrm>
          <a:prstGeom prst="roundRect">
            <a:avLst>
              <a:gd name="adj" fmla="val 2857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happens deep inside get_average(), but it crashes the entire program, including any code that would have run afterward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86791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785616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ZeroDivisionError is one of many built-in exception types Python raises automatically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TRY/EXCEPT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Exceptions With try/except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121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might fail goes inside a try block. If an exception occurs, Python immediately jumps to a matching except block instead of crashing the program.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of the pattern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— code that might raise an exception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213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63905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SomeError: — runs only if that specific exception occurs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290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44677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after the try/except block continues running normally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in Practice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get_average(numbers):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sum(numbers) / len(numbers)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ZeroDivisionError: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print("Can't average an empty list.")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0.0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print(get_average([90, 80, 70]))   # 80.0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print(get_average([]))             # "Can't average...", then 0.0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print("Program continues normally.")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Specific Types vs. Everything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int("abc")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print("That wasn't a valid number.")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int("abc")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Exception:      # catches almost anything -- too broad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print("Something went wrong.")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3657600"/>
          </a:xfrm>
          <a:prstGeom prst="roundRect">
            <a:avLst>
              <a:gd name="adj" fmla="val 3000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specificity matters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ValueError specifically means you only handle the error you actually anticipated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77647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694176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Exception: swallows unrelated bugs too, silently hiding problems you'd want to know about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Built-In Exception Types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931920" y="1691640"/>
            <a:ext cx="7616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when...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585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31920" y="2258568"/>
            <a:ext cx="7616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value has the right type but an invalid value, e.g. int("abc")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5409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31920" y="3054096"/>
            <a:ext cx="7616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operation is applied to an incompatible type, e.g. "2" + 2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962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KeyError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931920" y="3849624"/>
            <a:ext cx="7616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dictionary key doesn't exist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645152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6451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IndexError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931920" y="4645152"/>
            <a:ext cx="7616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list index is out of range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440680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440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ZeroDivisionError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31920" y="5440680"/>
            <a:ext cx="7616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 or modulo by zero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623620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62362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FileNotFoundError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31920" y="6236208"/>
            <a:ext cx="7616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Attempting to open a file that doesn't exist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Multiple Exception Types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safe_divide(a, b):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 / 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ZeroDivisionError: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print("Cannot divide by zero.")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TypeError: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print("Both arguments must be numbers.")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safe_divide(10, 0)      # Cannot divide by zero.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safe_divide(10, "2")    # Both arguments must be numbers.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and finally: The Full Picture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read_config(value):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number = int(value)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ValueError: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print("Invalid config value.")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print(f"Parsed successfully: {number}")   # only if NO exception occurred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finally: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print("Done attempting to read config.")   # ALWAYS runs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read_config("42")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read_config("abc")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Order, Clarified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0" y="1691640"/>
            <a:ext cx="7891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when...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585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0" y="2258568"/>
            <a:ext cx="7891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— this is the code being attempted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5409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0" y="3054096"/>
            <a:ext cx="7891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a matching exception was raised inside try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962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0" y="3849624"/>
            <a:ext cx="7891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the try block completed with no exception at all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645152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6451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0" y="4645152"/>
            <a:ext cx="7891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— whether an exception occurred or not, even if the function returns early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RAISING EXCEPTIONS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raise: Signaling Errors on Your Own Terms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121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already used raise since Week 4 — raise ValueError(...) inside a property setter. raise lets your own code trigger an exception deliberately, with a message describing exactly what went wrong.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turns a guard clause's silent “return and print a message” into a loud, impossible-to-ignore signal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code can catch it specifically, instead of having to check a return value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raise, Revisited From Week 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balance=0):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self._balance = balance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balance(self):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self._balance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@balance.setter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balance(self, value):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value &lt; 0: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ValueError("Balance cannot be negative.")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self._balance = value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BankAccount(100)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acc.balance = -50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 as 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print("Rejected:", e)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CUSTOM EXCEPTIONS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Own Exception Class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121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domain-specific errors, define a custom exception class that inherits from Exception. This lets calling code catch exactly that error type, distinct from Python's built-in exceptions.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of the pattern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InsufficientFundsError(Exception): pass — often just a name is enough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InsufficientFundsError("...") — used exactly like any built-in exception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Exception: InsufficientFundsError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InsufficientFundsError(Exception):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balance=0):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= balance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withdraw(self, amount):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amount &gt; self.balance: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InsufficientFundsError(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f"Cannot withdraw {amount}, balance is {self.balance}"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-= amount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BankAccount(100)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acc.withdraw(500)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InsufficientFundsError as 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print("Transaction declined:", 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Clauses vs. Exceptions — When to Use Each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clause (Week 3)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989320" y="16916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simple, expected validation inside one method, where returning False or None is a natural, easy-to-check result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989320" y="26060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when the failure needs to interrupt a chain of calls, be caught far away from where it happened, or represent something truly exceptional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989320" y="35204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the error is domain-specific and calling code needs to react to it differently from other errors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Exception-Handling Mistakes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except: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806440" y="1691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except: with no type catches literally everything, including typos and Ctrl+C — always name the exception type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Swallowing errors silently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806440" y="26060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ValueError: pass hides bugs completely — at minimum, log or print something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exceptions for ordinary control flow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806440" y="35204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exceptions for genuinely exceptional situations, not routine branching that a simple if would handle better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Diagnostic Tool: type(e)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risky_operation()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Exception as 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print(type(e).__name__, "-", 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Useful while developing: shows you exactly which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exception type occurred, so you can add a specific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except clause for it afterward.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of caution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broad except Exception as e: pattern is for exploration and debugging only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59359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511296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finished code, replace it with specific except clauses for the exceptions you actually expect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An ATM Simulation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121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ATM needs to handle several distinct failure modes gracefully: insufficient funds, an invalid PIN, and a withdrawal amount that isn't a multiple of the bill denomination.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exceptions: InsufficientFundsError, InvalidPinError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failure mode is caught and handled distinctly, without crashing the simulation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ATM Class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InsufficientFundsError(Exception): pass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InvalidPinError(Exception): pass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ATM: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correct_pin, balance):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self._correct_pin = correct_pin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= balance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withdraw(self, pin, amount):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pin != self._correct_pin: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InvalidPinError("Incorrect PIN.")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amount &gt; self.balance: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InsufficientFundsError("Insufficient balance.")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-= amount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amount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ATM, With Layered Handling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atm = ATM(correct_pin="1234", balance=500)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pin, amount in [("0000", 100), ("1234", 1000), ("1234", 200)]: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atm.withdraw(pin, amount)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print(f"Dispensed {amount}. Remaining: {atm.balance}")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InvalidPinError as 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print("Denied:", 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InsufficientFundsError as 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print("Denied:", e)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attempt is independent — one failure doesn't stop the loop from processing the next transaction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95935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877056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except blocks handle two distinct failure modes with different messages, without a single if/elif in sight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Exception Handling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3D121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input doesn't crash the whole program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67784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9" name="Shape 6"/>
          <p:cNvSpPr/>
          <p:nvPr/>
        </p:nvSpPr>
        <p:spPr>
          <a:xfrm>
            <a:off x="4642104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552" y="21214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2104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Responses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42104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failures can be handled differently, instead of one generic error path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95488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9808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1214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9808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Self-Documenting Failures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69808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 names describe exactly what went wrong, right in the code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121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658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ATM Simulation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408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InsufficientFundsError and InvalidPinError as custom exceptions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28803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2666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ATM with withdraw(pin, amount), raising the appropriate exception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0080" y="35661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124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deposit(amount) method that raises ValueError for a non-positive amount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40080" y="42519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9826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 list of several transactions in a loop, catching each exception type distinctly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40080" y="49377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08406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801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loop continues processing remaining transactions after a failure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46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91640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unhandled exception crashes the program immediately — try/except lets you respond instead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60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551176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runs only when no exception occurred; finally always runs, making cleanup code reliable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65576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3410712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lets your own code signal errors on its own terms, with a clear, descriptive message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25112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4270248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 classes make domain-specific errors catchable and self-documenting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184648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7280" y="5129784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except for genuinely exceptional situations — simple, expected validation can still use a guard clause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File Handling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972800" cy="4206240"/>
          </a:xfrm>
          <a:prstGeom prst="roundRect">
            <a:avLst>
              <a:gd name="adj" fmla="val 2609"/>
            </a:avLst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7180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text files, CSV, and JSON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63474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3474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file I/O with try/except for robust error handling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29768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9768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a Student Grade Management System with persistent storage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96062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6062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our objects' state survive beyond a single program run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3D121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class: finish the Week 10 lab notebook — every transaction failure should be caught and reported without crashing the simulation.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2026-08-25T10:17:03Z</dcterms:created>
  <dcterms:modified xsi:type="dcterms:W3CDTF">2026-08-25T10:17:03Z</dcterms:modified>
</cp:coreProperties>
</file>