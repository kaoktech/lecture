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3D141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rgbClr val="3D141F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State With Properties — Python 3.x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2011680" cy="0"/>
          </a:xfrm>
          <a:prstGeom prst="line">
            <a:avLst/>
          </a:prstGeom>
          <a:noFill/>
          <a:ln w="3175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 ·  Object Oriented Programming  ·  Software Development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Week, in Brief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4297680"/>
          </a:xfrm>
          <a:prstGeom prst="roundRect">
            <a:avLst>
              <a:gd name="adj" fmla="val 2553"/>
            </a:avLst>
          </a:prstGeom>
          <a:solidFill>
            <a:srgbClr val="141F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9339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1109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can validate input before changing an object's state — BankAccount.deposit() rejected negative amounts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4208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85978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nothing stopped code outside the class from writing acc.balance = -500 directly, bypassing every rule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9077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80847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can interact by passing one object into another object's method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3946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475716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close that gap for good: encapsulation, Python's naming conventions, and the @property decorator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14-Week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today's session fits into the semester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OOP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0428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8" name="Text 6"/>
          <p:cNvSpPr/>
          <p:nvPr/>
        </p:nvSpPr>
        <p:spPr>
          <a:xfrm>
            <a:off x="239572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9572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68496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4059936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59936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&amp; Methods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32704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F43F5E"/>
          </a:solidFill>
          <a:ln/>
        </p:spPr>
      </p:sp>
      <p:sp>
        <p:nvSpPr>
          <p:cNvPr id="14" name="Text 12"/>
          <p:cNvSpPr/>
          <p:nvPr/>
        </p:nvSpPr>
        <p:spPr>
          <a:xfrm>
            <a:off x="5724144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24144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96912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7388352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88352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6112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62532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23" name="Text 21"/>
          <p:cNvSpPr/>
          <p:nvPr/>
        </p:nvSpPr>
        <p:spPr>
          <a:xfrm>
            <a:off x="1071676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1676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0428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29" name="Text 27"/>
          <p:cNvSpPr/>
          <p:nvPr/>
        </p:nvSpPr>
        <p:spPr>
          <a:xfrm>
            <a:off x="239572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9572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968496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2" name="Text 30"/>
          <p:cNvSpPr/>
          <p:nvPr/>
        </p:nvSpPr>
        <p:spPr>
          <a:xfrm>
            <a:off x="4059936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59936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32704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5" name="Text 33"/>
          <p:cNvSpPr/>
          <p:nvPr/>
        </p:nvSpPr>
        <p:spPr>
          <a:xfrm>
            <a:off x="5724144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24144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296912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8" name="Text 36"/>
          <p:cNvSpPr/>
          <p:nvPr/>
        </p:nvSpPr>
        <p:spPr>
          <a:xfrm>
            <a:off x="7388352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88352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Testing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96112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41" name="Text 39"/>
          <p:cNvSpPr/>
          <p:nvPr/>
        </p:nvSpPr>
        <p:spPr>
          <a:xfrm>
            <a:off x="905256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5256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62532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44" name="Text 42"/>
          <p:cNvSpPr/>
          <p:nvPr/>
        </p:nvSpPr>
        <p:spPr>
          <a:xfrm>
            <a:off x="1071676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71676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be able to: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7335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encapsulation means and why direct attribute access is a risk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07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07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38963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Python's public / _protected / __private naming conventions correctly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124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24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10591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name mangling actually does to double-underscore attributes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82219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getter and setter methods, then replace them with the @property decorator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556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56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53847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validated, read-only, and computed property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273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7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525475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small class with properly encapsulated data from scratch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hours of theory, two hours of hands-on lab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43F5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Encapsulation, and Why? (15 min)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0" y="15819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Revisiting last week's gap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43F5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Access Conventions (20 min)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23760" y="23591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_protected, __private, and name mangling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43F5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and Setters (15 min)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31363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traditional, explicit approach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43F5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@property Decorator (35 min)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39136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idiomatic way to encapsulate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43F5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663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Student Information System (20 min)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6908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43F5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5440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Encapsulated Student Records (45 min)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54681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fully validated class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Encapsulation?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141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data with the methods that operate on it, while restricting direct access to that data from outside the object — so that the only way to change state is through methods that can enforce rules.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it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week, acc.balance = -500 worked perfectly, silently corrupting the account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72135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63905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we wrote into deposit() and withdraw() was optional — nothing forced anyone to use them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52907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544677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makes the safe path the only path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Solving, One More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498348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balance):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self.balance = balance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= BankAccount(1000)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acc.balance = -9999   # completely legal!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print(acc.balance)    # -9999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99632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6" name="Text 4"/>
          <p:cNvSpPr/>
          <p:nvPr/>
        </p:nvSpPr>
        <p:spPr>
          <a:xfrm>
            <a:off x="6382512" y="1801368"/>
            <a:ext cx="498348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= BankAccount(1000)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acc.balance = -9999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AttributeError, or silently rejected --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depending on how we design it below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acc.deposit(-9999)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"Deposit must be positive."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encapsulation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99632" y="14173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encapsulation (today's goal)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Access Conventions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doesn't enforce strict privacy — it relies on naming conventions everyone agrees to respect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1000232" cy="502920"/>
          </a:xfrm>
          <a:prstGeom prst="roundRect">
            <a:avLst>
              <a:gd name="adj" fmla="val 10909"/>
            </a:avLst>
          </a:prstGeom>
          <a:solidFill>
            <a:srgbClr val="F43F5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1691640"/>
            <a:ext cx="4690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48472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58568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585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0" y="2258568"/>
            <a:ext cx="4690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— freely accessible from anywhere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348472" y="225856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self.name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054096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5409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_name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57600" y="3054096"/>
            <a:ext cx="4690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— a signal of “internal use, please don't touch”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48472" y="305409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self._balance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49624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4962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__name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57600" y="3849624"/>
            <a:ext cx="4690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— triggers name mangling to discourage access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48472" y="384962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self.__pin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478231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big difference from languages like Java or C++, which enforce access control at compile time. Python trusts the developer, and communicates intent through naming.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_protected Convention in Practice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480560"/>
          </a:xfrm>
          <a:prstGeom prst="roundRect">
            <a:avLst>
              <a:gd name="adj" fmla="val 1633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owner, balance=0):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self.owner = owner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self._balance = balance   # protected by convention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deposit(self, amount):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amount &gt; 0: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self._balance += amount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= BankAccount("Ada", 1000)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print(acc._balance)   # still technically accessible...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acc._balance = -500   # ...and still technically legal.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underscore is a *signal*, not a lock.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__private Convention and Name Mangling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480560"/>
          </a:xfrm>
          <a:prstGeom prst="roundRect">
            <a:avLst>
              <a:gd name="adj" fmla="val 1633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owner, balance=0):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self.owner = owner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self.__balance = balance   # 'private'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= BankAccount("Ada", 1000)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print(acc.__balance)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AttributeError: 'BankAccount' object has no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attribute '__balance'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print(acc._BankAccount__balance)   # ...but this works!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“Private” Doesn't Mean Impossible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141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renames __balance to _BankAccount__balance internally — a process called name mangling. This makes accidental access unlikely, but a determined developer can still reach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philosophy: “we're all consenting adults here” — conventions communicate intent rather than enforce hard rules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72135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63905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__private sparingly, mainly to avoid naming clashes in inheritance hierarchies (more on this in Week 5)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52907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544677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everyday encapsulation, _protected plus properties (coming up next) is the idiomatic Python approach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GETTERS AND SETTERS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Traditional Approach: Getters and Setters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141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getter method reads a protected attribute; a setter method writes to it, typically after validation. This pattern is common in many languages, including Python.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of the pattern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get_balance(self) — returns self._balance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72135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63905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set_balance(self, value) — validates, then assigns self._balance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52907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544677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code uses acc.get_balance() and acc.set_balance(500) instead of touching _balance directly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and Setters in Practice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480560"/>
          </a:xfrm>
          <a:prstGeom prst="roundRect">
            <a:avLst>
              <a:gd name="adj" fmla="val 1633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owner, balance=0):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self.owner = owner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self._balance = balance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get_balance(self):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self._balance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set_balance(self, value):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value &lt; 0: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print("Balance cannot be negative.")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self._balance = value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= BankAccount("Ada", 1000)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acc.set_balance(1500)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print(acc.get_balance())   # 1500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Getters/Setters vs. the Pythonic Way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work — but Python offers something more elegant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41F3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get_balance() / set_balance()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04872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32257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and easy to understand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02152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341985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every read now needs parentheses: acc.get_balance() instead of acc.balance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99432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451713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plain attribute into a validated one means updating every place that used to read it directly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199632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3D141F"/>
          </a:solidFill>
          <a:ln/>
        </p:spPr>
      </p:sp>
      <p:sp>
        <p:nvSpPr>
          <p:cNvPr id="13" name="Text 8"/>
          <p:cNvSpPr/>
          <p:nvPr/>
        </p:nvSpPr>
        <p:spPr>
          <a:xfrm>
            <a:off x="6473952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@property (coming up)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404872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93992" y="232257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exactly like plain attribute access: acc.balance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3502152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93992" y="341985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validation behind the scenes automatically</a:t>
            </a:r>
            <a:endParaRPr lang="en-US" sz="12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4599432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793992" y="451713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start with a plain attribute and add validation later with zero changes to calling code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PYTHONIC 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@property Decorator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141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@property lets a method be accessed using attribute syntax — no parentheses required — while still running code behind the scenes every time it's read.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 developers prefer this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acc.balance reads naturally, exactly like a plain attribute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72135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63905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controls what happens on every read and write, without the caller needing to know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52907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544677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considered the idiomatic, Pythonic way to encapsulate — expected in professional codebases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 Property Getter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480560"/>
          </a:xfrm>
          <a:prstGeom prst="roundRect">
            <a:avLst>
              <a:gd name="adj" fmla="val 1633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owner, balance=0):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self.owner = owner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self._balance = balance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balance(self):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self._balance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= BankAccount("Ada", 1000)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print(acc.balance)     # 1000 -- no parentheses!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acc.balance = 2000     # AttributeError: can't set attribute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(we haven't defined a setter yet)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Property Setter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480560"/>
          </a:xfrm>
          <a:prstGeom prst="roundRect">
            <a:avLst>
              <a:gd name="adj" fmla="val 1633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owner, balance=0):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self.owner = owner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self._balance = balance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balance(self):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self._balance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@balance.setter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balance(self, value):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value &lt; 0: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ValueError("Balance cannot be negative.")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self._balance = value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= BankAccount("Ada", 1000)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acc.balance = 2000     # runs the setter, validated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acc.balance = -50      # raises ValueError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 Piece by Piece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5120640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@property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balance(self):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self._balance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@balance.setter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balance(self, value):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value &lt; 0: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ValueError(...)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self._balance = value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91072" y="1691640"/>
            <a:ext cx="5257800" cy="4023360"/>
          </a:xfrm>
          <a:prstGeom prst="roundRect">
            <a:avLst>
              <a:gd name="adj" fmla="val 2727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565392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404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85432" y="232257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are named balance — the decorators are what distinguish getter from setter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44119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5432" y="335889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@balance.setter must come after @property def balance, since it refers back to the property it's extending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447751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85432" y="439521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ValueError(...) stops execution immediately — we'll cover this properly in Week 10 (Exception Handling)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Getters/Setters vs. @property — Side by Side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502920"/>
          </a:xfrm>
          <a:prstGeom prst="roundRect">
            <a:avLst>
              <a:gd name="adj" fmla="val 10909"/>
            </a:avLst>
          </a:prstGeom>
          <a:solidFill>
            <a:srgbClr val="F43F5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0" y="1691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get_/set_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1691640"/>
            <a:ext cx="3776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@property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585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syntax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0" y="225856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acc.get_balance()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0" y="2258568"/>
            <a:ext cx="3776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acc.balance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5409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syntax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0" y="305409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acc.set_balance(x)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0" y="3054096"/>
            <a:ext cx="3776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acc.balance = 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49624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4962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0" y="384962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method call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0" y="3849624"/>
            <a:ext cx="3776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plain attribute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645152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4515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validation later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0" y="464515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 callers to change syntax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0" y="4645152"/>
            <a:ext cx="3776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changes needed for callers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A Read-Only, Computed Property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480560"/>
          </a:xfrm>
          <a:prstGeom prst="roundRect">
            <a:avLst>
              <a:gd name="adj" fmla="val 1633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first_name, last_name):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self.first_name = first_name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self.last_name = last_name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full_name(self):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f"{self.first_name} {self.last_name}"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no setter defined -- full_name is read-only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Student("Ada", "Yilmaz")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print(s.full_name)      # 'Ada Yilmaz'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s.full_name = "X"       # AttributeError: can't set attribute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@property Mistakes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91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storage attribute the same as the property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806440" y="16916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balance(self): return self.balance causes infinite recursion — always store as self._balance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@balance.setter must reuse the property name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806440" y="26060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setter's def line must be named balance too, not set_balance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520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setter to something that should stay read-only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806440" y="35204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value is computed from other attributes (like full_name), it usually shouldn't have a setter at all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Student Information System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3D141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registrar's office needs a Student record where grade must stay between 0 and 100, and email must contain an “@” — enforced no matter how the object is used.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_grade and _email as protected attributes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72135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63905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grade and email as validated properties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52907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544677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a read-only letter_grade property, computed from _grade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StudentRecord Class (1/2) — Constructor and grade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480560"/>
          </a:xfrm>
          <a:prstGeom prst="roundRect">
            <a:avLst>
              <a:gd name="adj" fmla="val 1633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StudentRecord: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grade, email):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self.grade = grade   # goes through the setter below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self.email = email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grade(self):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self._grade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@grade.setter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grade(self, value):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(0 &lt;= value &lt;= 100):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ValueError("Grade must be between 0 and 100.")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self._grade = value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StudentRecord Class (2/2) — email and letter_grade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480560"/>
          </a:xfrm>
          <a:prstGeom prst="roundRect">
            <a:avLst>
              <a:gd name="adj" fmla="val 1633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...continued from the same class...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email(self):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self._email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@email.setter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email(self, value):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"@" not in value: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ValueError("Invalid email address.")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self._email = value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letter_grade(self):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"AA" if self._grade &gt;= 90 else "Other"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StudentRecord in Action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51206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StudentRecord("Ada", 92, "ada@beykent.edu.tr")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print(s.letter_grade)    # 'AA'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s.grade = 150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ValueError: Grade must be between 0 and 100.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s.email = "not-an-email"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ValueError: Invalid email address.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91072" y="1691640"/>
            <a:ext cx="5257800" cy="3657600"/>
          </a:xfrm>
          <a:prstGeom prst="roundRect">
            <a:avLst>
              <a:gd name="adj" fmla="val 3000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565392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404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85432" y="2322576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constructor benefits — self.grade = grade in __init__ runs through the setter, so invalid data is rejected from the moment the object is created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77647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5432" y="3694176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letter_grade needs no setter — it's derived, not stored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— Encapsulation's Payoff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3D141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214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states become difficult or impossible to create, from the very first line of __init__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67784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9" name="Shape 6"/>
          <p:cNvSpPr/>
          <p:nvPr/>
        </p:nvSpPr>
        <p:spPr>
          <a:xfrm>
            <a:off x="4642104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552" y="21214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2104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42104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storage (_grade) can change later without breaking any code that uses .grade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95488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14" name="Shape 10"/>
          <p:cNvSpPr/>
          <p:nvPr/>
        </p:nvSpPr>
        <p:spPr>
          <a:xfrm>
            <a:off x="8369808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256" y="21214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9808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Debuggability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69808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to a validated attribute goes through one method — a natural place to log or breakpoint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a Plain Attribute vs. a Property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916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attribute is fine when...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172200" y="16916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has no real constraints and validating it would just add noise, e.g. a Book's title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@property when...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172200" y="26060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 rule to enforce (a range, a format), or the value is computed from other attributes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141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658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Lab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Encapsulated Student Information System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4086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StudentRecord with validated grade and email properties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28803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2666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validated attendance property (must stay between 0.0 and 1.0)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40080" y="35661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1246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read-only gpa_status property based on grade (e.g. "Good Standing" / "At Risk")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640080" y="42519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9826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80160" y="4251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set each property to an invalid value and confirm it raises an error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640080" y="49377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084064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8016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list of 3+ StudentRecord objects and print each one's letter_grade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46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91640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bundles data with the methods that protect it, closing the gap direct attribute access leaves open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0604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2551176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signals intent through naming: name is public, _name is protected, __name triggers name mangling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65576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3410712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“Private” in Python is a strong convention, not an unbreakable lock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25112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7280" y="4270248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@property lets validated logic run behind ordinary attribute syntax — the idiomatic Python approach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184648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97280" y="5129784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properties (no setter) are perfect for values computed from other attributes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14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Inheritance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972800" cy="4206240"/>
          </a:xfrm>
          <a:prstGeom prst="roundRect">
            <a:avLst>
              <a:gd name="adj" fmla="val 2609"/>
            </a:avLst>
          </a:prstGeom>
          <a:solidFill>
            <a:srgbClr val="F43F5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97180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7180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child classes that reuse and extend a parent class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63474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63474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super() function and constructor chaining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29768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29768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a Vehicle Management System (Vehicle, Car, Motorcycle)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96062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96062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Week 1's “duplicated logic per entity type” pain point for good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3D141F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class: finish the Week 4 lab notebook — every property should correctly reject invalid values.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2026-08-18T06:40:49Z</dcterms:created>
  <dcterms:modified xsi:type="dcterms:W3CDTF">2026-08-18T06:40:49Z</dcterms:modified>
</cp:coreProperties>
</file>