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220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3D220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Many Implementations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child class reuse and extend a parent class through super()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fleet loop, v.describe() ran a different version of describe() depending on whether v was a Car, Motorcycle, or plain Vehicle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name it at the time, but that's polymorphism — today we formalize it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also meet duck typing: Python's more flexible take on the same idea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polymorphism and explain dynamic binding — how Python decides which method actually runs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07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8963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family of classes that share a method name but implement it differently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24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4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591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duck typing and how it differs from inheritance-based polymorphism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type()-checking anti-pattern that polymorphism replaces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56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6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3847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built-in dunder method (__str__) as a familiar example of polymorphism in action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7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7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547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Payment System using polymorphism to treat different payment methods uniformly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Polymorphism?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what we already saw in Week 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Binding, Explained (15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picks the right method at runtime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 (20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without a shared parent class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Anti-Pattern It Replaces (20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if/elif chains checking type()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Payment System (30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CreditCard, PayPal, and Cash, unified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the Payment System (40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Polymorphism?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for different classes to be treated through a common interface, where calling the same method name on different objects runs each object's own implementation.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already saw it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5's fleet loop called v.describe() on a Car, a Motorcycle, and a plain Vehicle — each ran its own version, automatically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“Poly” (many) + “morph” (form) — literally, many forms of the same operation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is what lets calling code stay simple even as the number of classes grows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Already Saw It — Week 5's Fleet, Revisited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 = [Car("Toyota", "Corolla", 4), Motorcycle("Honda", "CB500"), Vehicle("Generic", "V")]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fleet: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print(v.describe())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Toyota Corolla (4-door)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Honda CB500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Generic 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line of calling code (v.describe()) -- three different behaviors.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polymorphism.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Binding — Decided at Runtime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doesn't decide which describe() to run when it reads the code — it decides at the moment the line actually executes, by checking the type of the object stored in v at that instant.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variable v can point to different types of objects across iterations of the loop, and Python resolves the method correctly every single time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different from languages that decide method calls at compile time — Python's dynamic binding happens live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Overriding, Formalized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"..."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"Woof!"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Cat(Animal):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"Meow!"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[Dog(), Cat(), Animal()]: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print(a.make_sound())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make_sound() is defined in all three classes, but Dog and Cat override the parent's version entirely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5021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41985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calling code (the for loop) never checks what kind of animal it has — it just trusts each object to know how to make_sound() correctly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59943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451713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overriding, and it's the most common way to achieve polymorphism in Python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DUCK TYPING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Typing: Polymorphism Without Inheritance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walks like a duck and quacks like a duck, it's a duck.” Python doesn't require objects to share a common parent class to be treated polymorphically — it only cares whether the object has the method being called.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in practice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completely unrelated classes can both define make_sound(), with no shared parent at all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will happily call obj.make_sound() on either, as long as the method exists — no isinstance() check required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 in 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Duck: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"Quack!"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Robot:                # completely unrelated to Duck or Animal!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"Beep boop."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announce(thing):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print(thing.make_sound())   # works on ANY object with make_sound()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announce(Duck())     # Quack!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announce(Robot())    # Beep boop.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 of Polymorphism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achieve the same goal, through different mechanisms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Inheritance-based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share a common parent (like Vehicle)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0215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often defines the method name, even if just as a placeholder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9943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the class hierarchy — every child is guaranteed the method exists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3D220A"/>
          </a:solidFill>
          <a:ln/>
        </p:spPr>
      </p:sp>
      <p:sp>
        <p:nvSpPr>
          <p:cNvPr id="13" name="Text 8"/>
          <p:cNvSpPr/>
          <p:nvPr/>
        </p:nvSpPr>
        <p:spPr>
          <a:xfrm>
            <a:off x="6473952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4048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93992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parent required at all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50215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93992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simply calls the method and trusts it to exist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943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3992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flexible, but mistakes only surface at runtime if the method is missing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Payment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 needs to accept CreditCard, PayPal, and Cash payments. Each processes a payment completely differently, but checkout code shouldn't need to know which one it's dealing with.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method class defines a pay(amount) method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 calls payment_method.pay(amount) — identically, regardless of which class it is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PaymentMethod: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NotImplementedError("Subclasses must implement pay()")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CreditCard(PaymentMethod):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print(f"Charged {amount} to credit card.")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PayPal(PaymentMethod):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print(f"Paid {amount} via PayPal.")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Cash(PaymentMethod):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print(f"Received {amount} in cash.")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 That Doesn't Care Which Method It Got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checkout(payment_method,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payment_method.pay(amount)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(CreditCard(), 250),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(PayPal(), 80),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(Cash(), 40),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method, amount in orders: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checkout(method, amount)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checkout() is written once, and works correctly no matter which PaymentMethod subclass it receives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3802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297936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payment type (e.g. BankTransfer) later needs zero changes to checkout()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35559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4273296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NotImplementedError in the parent is a preview of Week 7's abstract classes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ANTI-PATTERN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Polymorphism Replaces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polymorphism, checkout code often ends up checking the type of the object manually, and branching accordingly. This works, but it's fragile.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hurts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payment type means editing this if/elif chain, in every place it appears in the codebase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exactly Week 1's “duplicated logic” and “hard to extend safely” pain points, back again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if/elif Anti-Pattern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checkout_bad(payment_method,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isinstance(payment_method, CreditCard):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print(f"Charged {amount} to credit card.")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isinstance(payment_method, PayPal):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print(f"Paid {amount} via PayPal.")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isinstance(payment_method, Cash):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print(f"Received {amount} in cash.")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every new payment type needs a new elif branch, 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AND everywhere else this pattern was copy-pasted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if/elif Chain Is Fragile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logic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89320" y="1691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type-checking chain tends to get copy-pasted anywhere payment behavior is needed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a branch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989320" y="2606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BankTransfer means remembering every single if/elif chain in the codebase — miss one, and it silently does nothing or crashes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encapsulation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989320" y="3520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 needs to know the internal details of every payment type, instead of trusting each one to handle itself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BUILT-IN POLYMORPHISM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 Methods: Polymorphism You Already 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print(obj) calls obj.__str__() behind the scenes. Every class can define its own __str__(), and print() will automatically use it — this is polymorphism baked into Python itself.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relying on polymorphism every time you've used print(), len(), or + on different types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__str__() on your own classes is a natural, idiomatic way to make print(my_object) show something useful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__str__() on a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CreditCard(PaymentMethod):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last_four):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self.last_four = last_four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print(f"Charged {amount} to card ending in {self.last_four}.")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f"CreditCard(**** {self.last_four})"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= CreditCard("4242")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print(card)   # CreditCard(**** 4242) -- calls __str__ automatically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Polymorphism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method signatures across siblings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CreditCard.pay(self, amount) and PayPal.pay(self, amount, currency) differ, calling code can't treat them uniformly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type() instead of trusting the interface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into the fragile if/elif anti-pattern this whole week is trying to move away from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override a method that needs it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that doesn't override pay() silently inherits the parent's raise NotImplementedError, which is fine here, but forgetting to override a method that should have real behavior can hide bugs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Polymorphism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3D220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Calling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checkout() and similar functions stay short and don't grow with every new class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payment type requires zero changes to existing, working code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Respected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owns the details of how it behaves — nobody else needs to know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Inheritance-Based vs. Duck-Typed Polymorphism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6916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Inheritance-based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91272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parent required?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258568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91272" y="2258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existence guaranteed by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054096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hierarchy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91272" y="30540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only trust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849624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earlier, via the hierarchy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91272" y="38496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moment of the call, if missing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45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4645152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classes (Payment methods)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91272" y="46451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classes sharing a method name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Polymorphism With What We Already Know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(CreditCard("4242"), 250),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(PayPal(), 80),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(Cash(), 40),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sum(amount for _, amount in orders)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method, amount in orders: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method.pay(amount)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processed: {total}")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combines Week 2's list-of-objects pattern with this week's polymorphic pay()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7764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69417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doesn't grow or change no matter how many payment types exist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STYLE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“Interfaces”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22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languages have a formal interface keyword. Python doesn't — instead, an informal agreement (“any PaymentMethod must implement pay()”) plus duck typing does the same job, more flexibly.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is heading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formalizes this informal agreement using abstract classes, so Python can enforce it rather than just imply it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NotImplementedError is the manual version of what @abstractmethod will do automatically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220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Payment System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PaymentMethod as a base class with a pay(amount) placeholder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CreditCard, PayPal, and Cash, each with their own pay()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checkout() function that works identically for all three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fourth payment type (e.g. BankTransfer) and confirm checkout() needs no changes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__str__() to each payment class so printing one gives a readable description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lets the same method call run different behavior, depending on the object's actual type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binding means Python resolves which method runs at the moment the code executes, not before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 achieves polymorphism without requiring a shared parent class — only the method needs to exist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replaces fragile if/elif type-checking chains with calling code that stays simple as the system grows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 methods like __str__() are polymorphism you've been using all along, through print() and friends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Abstraction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today's raise NotImplementedError pattern into a formal abstract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abc module and the @abstractmethod decorator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interfaces that force subclasses to implement required behavior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a Shape hierarchy (Rectangle, Circle, Triangle)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220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6 lab notebook — checkout() should work identically for every payment type, including one you add yourself.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2026-08-25T10:11:37Z</dcterms:created>
  <dcterms:modified xsi:type="dcterms:W3CDTF">2026-08-25T10:11:37Z</dcterms:modified>
</cp:coreProperties>
</file>