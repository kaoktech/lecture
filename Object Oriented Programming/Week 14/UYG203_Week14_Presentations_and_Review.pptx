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2E105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2E105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Presentations &amp; Course Review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Presentations, Code Review, and a Full Course Recap — Python 3.x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2011680" cy="0"/>
          </a:xfrm>
          <a:prstGeom prst="line">
            <a:avLst/>
          </a:prstGeom>
          <a:noFill/>
          <a:ln w="31750">
            <a:solidFill>
              <a:srgbClr val="933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 ·  Object Oriented Programming  ·  Software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CIRCLE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2E10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began with a Student represented as a plain tuple, and a handful of standalone functions that could be called with the wrong arguments in the wrong order, with no validation anywhere.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now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final projects use inheritance, encapsulation, polymorphism, and abstraction together, deliberately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thirteen weeks of building one habit at a time — today, we see the results and tie it all together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14-Week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session fits into the semester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OOP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428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239572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8496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4059936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59936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&amp; Methods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32704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5724144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24144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6912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7388352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88352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2532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3" name="Text 21"/>
          <p:cNvSpPr/>
          <p:nvPr/>
        </p:nvSpPr>
        <p:spPr>
          <a:xfrm>
            <a:off x="1071676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1676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0428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9" name="Text 27"/>
          <p:cNvSpPr/>
          <p:nvPr/>
        </p:nvSpPr>
        <p:spPr>
          <a:xfrm>
            <a:off x="239572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9572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968496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32" name="Text 30"/>
          <p:cNvSpPr/>
          <p:nvPr/>
        </p:nvSpPr>
        <p:spPr>
          <a:xfrm>
            <a:off x="4059936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59936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32704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35" name="Text 33"/>
          <p:cNvSpPr/>
          <p:nvPr/>
        </p:nvSpPr>
        <p:spPr>
          <a:xfrm>
            <a:off x="5724144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24144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96912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8352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Testing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6112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41" name="Text 39"/>
          <p:cNvSpPr/>
          <p:nvPr/>
        </p:nvSpPr>
        <p:spPr>
          <a:xfrm>
            <a:off x="905256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62532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9333EA"/>
          </a:solidFill>
          <a:ln/>
        </p:spPr>
      </p:sp>
      <p:sp>
        <p:nvSpPr>
          <p:cNvPr id="44" name="Text 42"/>
          <p:cNvSpPr/>
          <p:nvPr/>
        </p:nvSpPr>
        <p:spPr>
          <a:xfrm>
            <a:off x="1071676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1676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73352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final project clearly: the problem, the design, and a working demo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660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66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747772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structured code review checklist to your own and others' projects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822192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Reconstruct, in your own words, the arc of the entire course from Week 1 to Week 13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914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914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896612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engineering habits from this course are worth carrying forward, beyond Python and beyond this class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 of theory, two hours of hands-on lab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Review, As a Skill (15 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5819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 in any codebase, including your own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Format and Expectations (10 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2359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strong presentation covers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Presentations (60 min)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31363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Course Review (25 min)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3913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1–13, tied together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9333E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663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From Here (10 min)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6908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and directions worth carrying forward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CODE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Code Review Looks For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2E10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isn't about finding fault — it's a second pair of eyes checking that a design communicates itself clearly and holds up under change. It's a skill you'll use for the rest of your career, in any language.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new developer understand this class's purpose within thirty seconds of reading it?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Review Checklist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0644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class and method names clearly describe what they represent or do?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8064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internal state protected, with validation where it matters?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relationship, right tool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806440" y="35204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inheritance appear only where is-a genuinely holds, with composition used elsewhere?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44348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7715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4348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806440" y="44348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failure cases handled with exceptions rather than silently ignored?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591556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5349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5806440" y="53492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tests cover both normal and invalid input?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40080" y="6263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6505956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17320" y="6263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5806440" y="6263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docstrings and the README explain the *why*, not just the *what*?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Feedback Kindly and Usefully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0644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method is doing three things” beats “this feels messy”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why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8064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the principle behind the suggestion (e.g. single responsibility), not just personal preference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praise and critique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806440" y="35204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what's working well too — it's just as useful to know what to keep doing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PRESENTING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Format and Expectations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2E10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presentation should be concise and demo-driven — show working code, not just slides. Expect a few questions from your instructor and classmates afterward.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tightly-run presentation respects everyone's time and tends to land better than a rushed, sprawling one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your demo beforehand — nothing derails a presentation like a live bug in an untested code path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Presentation 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57800" y="169164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system model, and for whom?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257800" y="260604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your UML diagram — which relationships did you choose, and why?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257800" y="352044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running: normal use, then at least one error case handled gracefully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44348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7715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434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257800" y="443484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harder than expected, and how did you solve it?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591556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5349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5257800" y="534924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add or change with more time?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Grading Rubric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9333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931920" y="1691640"/>
            <a:ext cx="7616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evaluates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585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31920" y="2258568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use of inheritance, composition, and encapsulation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5409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31920" y="3054096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works as demonstrated, including error handling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962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31920" y="3849624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well-named, reasonably tested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645152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451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931920" y="4645152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docstrings and a README that explains the design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440680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440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31920" y="5440680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well-paced, and honest about trade-offs and challenges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Strong Final Project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2E105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Thoughtful Design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chosen deliberately, not just “because it was required”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7784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9" name="Shape 6"/>
          <p:cNvSpPr/>
          <p:nvPr/>
        </p:nvSpPr>
        <p:spPr>
          <a:xfrm>
            <a:off x="4642104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552" y="21214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2104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Working, Tested Code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42104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correctly, and has tests proving it — including failure cases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95488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9808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1214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9808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Communication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9808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Docstrings, a README, and a presentation that make the design easy to follow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Course 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presentations wrap up, let's tie all thirteen weeks together in one place.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11096"/>
            <a:ext cx="1010412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code separates data and functions, causing duplication and fragile position-based data at scale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5831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3176016"/>
            <a:ext cx="1010412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__init__() defines a blueprint; self refers to the specific object a method is operating on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2323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4440936"/>
            <a:ext cx="1010412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methods validate before changing state, and objects can interact by passing one into another's method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Pillars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1109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Encapsulation: _protected naming and @property protect state with validated, natural syntax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208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85978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super() lets a child class reuse and extend a parent's setup and behavior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907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80847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Polymorphism: the same method call runs different behavior depending on the object's actual type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3946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75716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Abstraction: ABC and @abstractmethod enforce required behavior at the moment an object is created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Real Systems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1109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and aggregation model “has-a” relationships, complementing inheritance's “is-a”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208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85978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try/except/raise, plus custom exceptions, replace crashes with deliberate, specific error handling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907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80847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(text, CSV, JSON) lets an object's state persist beyond a single program run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3946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75716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packages, and pytest let code scale across files while staying verifiably correct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Course, at a Glance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9333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94960" y="1691640"/>
            <a:ext cx="6153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 it answers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5856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920240" y="225856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&amp; Classes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94960" y="2258568"/>
            <a:ext cx="6153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bundle data and behavior into objects?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5409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20240" y="305409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Encapsulation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94960" y="3054096"/>
            <a:ext cx="6153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protect an object's own state?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9624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920240" y="384962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Polymorphism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94960" y="3849624"/>
            <a:ext cx="6153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related classes reuse and vary behavior?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45152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4515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920240" y="464515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94960" y="4645152"/>
            <a:ext cx="6153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enforce a required interface?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440680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440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920240" y="5440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94960" y="5440680"/>
            <a:ext cx="6153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on Weeks 1–7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623620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623620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920240" y="62362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394960" y="6236208"/>
            <a:ext cx="6153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model has-a relationships?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703173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703173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10–11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920240" y="703173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&amp; Files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94960" y="7031736"/>
            <a:ext cx="6153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system fail gracefully, and persist?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782726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7827264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12–13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920240" y="782726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Planning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394960" y="7827264"/>
            <a:ext cx="6153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verify code, and plan before building?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CIRCLE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Everything, in One Small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1000232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12848"/>
            <a:ext cx="106344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abc import ABC, abstractmethod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InsufficientFundsError(Exception): pass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Account(ABC):                              # Abstraction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owner, balance=0):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self.owner = owner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self._balance = balance                  # Encapsulation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balance(self):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self._balance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account_type(self):                      # Abstraction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Everything, in One Small System (continued)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SavingsAccount(Account):                   # Inheritance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account_type(self):                      # Polymorphism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"Savings"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withdraw(self, amount):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amount &gt; self._balance: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InsufficientFundsError("Not enough funds.")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self._balance -= amount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Bank:                                       # Aggregation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self.accounts = []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total_assets(self):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sum(a.balance for a in self.accounts)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Capstone Example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 = Bank()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bank.accounts.append(SavingsAccount("Ada", 1000))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print(bank.total_assets())          # 1000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print(bank.accounts[0].account_type())  # 'Savings'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3108960"/>
          </a:xfrm>
          <a:prstGeom prst="roundRect">
            <a:avLst>
              <a:gd name="adj" fmla="val 3529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pillar, present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(Account), Inheritance (SavingsAccount), Encapsulation (_balance), Polymorphism (account_type()), a custom exception, and aggregation (Bank.accounts) all cooperate in under 30 lines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50215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419856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journey your final project took, just compressed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the Code Has Come Since Week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57800" y="169164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loose tuple, position-based → a validated object with named, encapsulated attributes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257800" y="260604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invalid input silently corrupted state → specific, custom exceptions raised and caught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257800" y="352044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Copy-pasted functions per entity type → shared behavior through inheritance and composition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44348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7715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434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257800" y="443484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vanished when the program ended → saved and restored via JSON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591556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5349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5257800" y="534924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worked when I ran it” → automated tests proving it, including failure cases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 Worth Keeping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2E10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of this semester's recurring ideas generalize well beyond this course, and beyond Python entirely.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list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composition over inheritance when a relationship is ambiguous (Week 9)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1942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437126"/>
            <a:ext cx="1010412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at the boundary, fail loudly and specifically (Weeks 4 and 10)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042916"/>
            <a:ext cx="1010412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before you build — a diagram costs minutes; a rewrite costs hours (Week 13)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73100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5648706"/>
            <a:ext cx="1010412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code is code you don't yet know works (Week 12)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From Here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2E105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your final project, or start a new one — the habits transfer to any language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7784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9" name="Shape 6"/>
          <p:cNvSpPr/>
          <p:nvPr/>
        </p:nvSpPr>
        <p:spPr>
          <a:xfrm>
            <a:off x="4642104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552" y="21214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2104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42104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patterns, type hints, and larger frameworks all build directly on this semester's foundation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95488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9808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1214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9808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Real Code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9808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Python projects are full of the exact patterns covered this semester, in the wild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10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658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Day Checklist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408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full demo end-to-end before your presentation slot, including at least one error case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8803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2666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your UML diagram ready to show and explain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" y="35661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124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one-sentence answer for “what was the hardest part, and why?”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40080" y="42519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9826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README — reviewers may want to check it against what you present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40080" y="49377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08406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01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clock — leave time for questions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46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91640"/>
            <a:ext cx="10424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is a transferable skill: check naming, encapsulation, correct relationships, error handling, tests, and documentation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20924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766060"/>
            <a:ext cx="10424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presentation shows working code, not just slides — problem, design, demo, challenges, next steps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95344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3840480"/>
            <a:ext cx="10424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pillar from this semester exists to solve a specific, concrete problem identified all the way back in Week 1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969764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4914900"/>
            <a:ext cx="10424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habits — favor composition when unsure, validate at the boundary, plan before building, test what you write — outlast this specific course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2E105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 semester of thoughtful, well-built code — good luck with your presentations.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2026-08-26T07:00:23Z</dcterms:created>
  <dcterms:modified xsi:type="dcterms:W3CDTF">2026-08-26T07:00:23Z</dcterms:modified>
</cp:coreProperties>
</file>