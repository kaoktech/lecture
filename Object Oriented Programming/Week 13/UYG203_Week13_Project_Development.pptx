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0C2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0C2A3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Project Development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Requirements to a Working System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Comes Together This Week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1–12 built every tool you need: classes, the four pillars, composition, exceptions, files, modules, and testing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missing is practice going from a vague idea to a planned, working system on your own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is about planning your final project properly, before writing a large amount of code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week, you'll present what you build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0EA5E9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written project description into a list of candidate classes, attributes, and methods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511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32888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sketch a simple UML class diagram, including relationship notation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392424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 final project appropriately for the time available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70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251960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docstrings and a short README documenting a project's design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297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111496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UML diagram and a class skeleton for your own final project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Requirements to Classes (20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nouns and verbs in a project brief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Diagrams (30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drawing the notation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and Scoping Your Project (15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Hospital, Hotel, Inventory, or your own idea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Practices (15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and a README that explains your design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Diagram to Code (10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workflow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Plan Your Final Project (50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your own UML diagram and skeleton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REQUIREMENTS TO CLASSES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Classes in a Written Description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C2A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project brief is full of clues. Nouns often become classes or attributes; verbs often become methods. This is the same instinct we used, informally, back in Week 1's case study.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library tracks books and members. Members can borrow and return books, up to a limit.”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→ candidate classes: Library, Book, Member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 → candidate methods: borrow(), return_book()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Sentence to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member can borrow a book”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55080" y="1691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Member.borrow(book) — a method on Member, taking a Book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“Each book has a title, author, and ISBN”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355080" y="26060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attributes: title, author, isbn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“Members have a borrowing limit”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355080" y="3520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property, echoing Week 4's encapsulation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4348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771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434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 members are staff and can borrow unlimited books”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355080" y="4434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hint that inheritance (Week 5) may fit: StaffMember(Member)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UML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UML Class Diagram?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C2A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Modeling Language (UML) gives us a standard, language-independent way to sketch classes and their relationships on paper before writing any code.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sketch first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 design problem on paper costs minutes; catching it after writing 300 lines of code costs hours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diagram is also documentation — it helps someone else (or future you) understand the system at a glance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UML Class Box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+-----------------------------+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   Book             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+-----------------------------+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- title: str                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- author: str               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- isbn: str                 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- is_checked_out: bool      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+-----------------------------+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+ checkout(): None          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+ return_book(): None       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+-----------------------------+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Visibility Notation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ideas from Week 4's encapsulation, in diagram form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0" y="169164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equivalent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585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22585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258568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05409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054096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__name or _name (protected)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96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26080" y="384962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0" y="3849624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_name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Relationship Notation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69164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91272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equivalent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(is-a)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0" y="2258568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line, hollow triangle arrow to parent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91272" y="22585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Child(Parent):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540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(owns)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3054096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line, filled diamond at owner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91272" y="305409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self.x = X() inside __init__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96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(uses)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3849624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line, hollow diamond at owner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91272" y="384962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self.x = x, passed into __init__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451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(relates to)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0" y="4645152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line, no diamond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91272" y="46451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simply refers to another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Diagram, Sketched in 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Library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+--------------------+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- books: list       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- members: list     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+--------------------+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+ add_book()         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+ register_member()  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+--------------------+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&lt;&gt; aggregates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Book, Member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diamond (&lt;&gt;) at Library shows aggregation — Books and Members can exist independently of the Library that holds them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86791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785616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Week 9's Department/Instructor relationship, applied to a new domain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UML,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Multiplicity: How Many, on Each Side?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C2A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relationships can note how many objects participate on each side — e.g. one Library can have many Books, but each Book belongs to exactly one Library.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notations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exactly one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1942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437126"/>
            <a:ext cx="101041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 or * — zero or more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042916"/>
            <a:ext cx="101041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 — one or more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73100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5648706"/>
            <a:ext cx="101041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“Library 1 -- * Book” reads as: one Library aggregates many Books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SCOPING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and Scoping Your Project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C2A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final project uses several of this semester's pillars meaningfully, without trying to build an entire real-world application. Depth on a few classes beats a shallow sprawl of many.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target size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classes, with at least one inheritance relationship and one composition or aggregation relationship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custom exception, and file-based persistence for saving/loading state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Project Domains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0C2A3D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System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Member, Librarian; checkouts, holds, and overdue fines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Doctor, Appointment; scheduling and medical record basics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System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Room, Guest, Reservation; booking, check-in/out, and billing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Project Domains, Continued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System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Warehouse, Order; stock levels and restocking rules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Idea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domain you know well — confirm scope with your instructor first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 Above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what genuinely interests you — depth of understanding matters more than novelty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Requirements Checklist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inheritance hierarchy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class with two or more meaningfully different children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composition or aggregation relationship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genuinely built from, or holding, another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Encapsulated, validated state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@property with real validation logic, not just a pass-through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4348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771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434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custom exception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806440" y="44348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and caught somewhere meaningful in the system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9155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349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persistence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806440" y="53492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reload state using JSON or CSV, as in Week 11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Docstrings: Documentation Inside the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C2A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docstring is a string literal placed right after a class or function definition, describing what it does. Python tools (and other developers) can read it directly.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put them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under class ClassName: — describes the class's overall purpose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under def method(...): — describes what that specific method does, and any non-obvious parameters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in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"""Represents a single library book, including its checkout status."""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title, author, isbn):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self.title = title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self.author = author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self.isbn = isbn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self.is_checked_out = False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checkout(self):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"""Mark this book as checked out, or print a message if unavailable."""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self.is_checked_out: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print(f"{self.title} is already checked out.")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self.is_checked_out = True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Skeleton to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"""Represents a single library book."""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title, author, isbn):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TODO: implement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checkout(self):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"""Mark this book as checked out."""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TODO: implement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skeleton like this, matching your UML diagram, is exactly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this week's lab asks you to produce -- full bodies come next week.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Good README Includes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1691640"/>
            <a:ext cx="7616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585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0" y="2258568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paragraph: what the system does and why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540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summary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0" y="3054096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list of the main classes and their responsibilities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31920" y="3849624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command or steps to try the project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451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31920" y="4645152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notable decisions — e.g. why composition was chosen over inheritance somewhere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Workflow: Diagram to Code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612898" cy="3017520"/>
          </a:xfrm>
          <a:prstGeom prst="roundRect">
            <a:avLst>
              <a:gd name="adj" fmla="val 4199"/>
            </a:avLst>
          </a:prstGeom>
          <a:solidFill>
            <a:srgbClr val="141F33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606040"/>
            <a:ext cx="22105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entities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3291840"/>
            <a:ext cx="221056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brief, list candidate classes, attributes, and methods from nouns and verbs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1266" y="297180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35858" y="1737360"/>
            <a:ext cx="2612898" cy="3017520"/>
          </a:xfrm>
          <a:prstGeom prst="roundRect">
            <a:avLst>
              <a:gd name="adj" fmla="val 4199"/>
            </a:avLst>
          </a:prstGeom>
          <a:solidFill>
            <a:srgbClr val="141F33"/>
          </a:solidFill>
          <a:ln/>
        </p:spPr>
      </p:sp>
      <p:sp>
        <p:nvSpPr>
          <p:cNvPr id="10" name="Shape 7"/>
          <p:cNvSpPr/>
          <p:nvPr/>
        </p:nvSpPr>
        <p:spPr>
          <a:xfrm>
            <a:off x="3637026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3637026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637026" y="2606040"/>
            <a:ext cx="22105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Sketch the UML diagram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37026" y="3291840"/>
            <a:ext cx="221056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class boxes and relationships — inheritance, composition, aggregation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044" y="297180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31636" y="1737360"/>
            <a:ext cx="2612898" cy="3017520"/>
          </a:xfrm>
          <a:prstGeom prst="roundRect">
            <a:avLst>
              <a:gd name="adj" fmla="val 4199"/>
            </a:avLst>
          </a:prstGeom>
          <a:solidFill>
            <a:srgbClr val="141F33"/>
          </a:solidFill>
          <a:ln/>
        </p:spPr>
      </p:sp>
      <p:sp>
        <p:nvSpPr>
          <p:cNvPr id="16" name="Shape 12"/>
          <p:cNvSpPr/>
          <p:nvPr/>
        </p:nvSpPr>
        <p:spPr>
          <a:xfrm>
            <a:off x="6432804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7" name="Text 13"/>
          <p:cNvSpPr/>
          <p:nvPr/>
        </p:nvSpPr>
        <p:spPr>
          <a:xfrm>
            <a:off x="643280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432804" y="2606040"/>
            <a:ext cx="22105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 incrementally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32804" y="3291840"/>
            <a:ext cx="221056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one class at a time, following the diagram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822" y="2971800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027414" y="1737360"/>
            <a:ext cx="2612898" cy="3017520"/>
          </a:xfrm>
          <a:prstGeom prst="roundRect">
            <a:avLst>
              <a:gd name="adj" fmla="val 4199"/>
            </a:avLst>
          </a:prstGeom>
          <a:solidFill>
            <a:srgbClr val="141F33"/>
          </a:solidFill>
          <a:ln/>
        </p:spPr>
      </p:sp>
      <p:sp>
        <p:nvSpPr>
          <p:cNvPr id="22" name="Shape 17"/>
          <p:cNvSpPr/>
          <p:nvPr/>
        </p:nvSpPr>
        <p:spPr>
          <a:xfrm>
            <a:off x="9228582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23" name="Text 18"/>
          <p:cNvSpPr/>
          <p:nvPr/>
        </p:nvSpPr>
        <p:spPr>
          <a:xfrm>
            <a:off x="922858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9228582" y="2606040"/>
            <a:ext cx="22105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Persist and document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228582" y="3291840"/>
            <a:ext cx="221056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file-based saving, then write docstrings and a README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Project-Planning Mistakes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too large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hospital records system is a multi-year product, not a course project — narrow it down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diagram entirely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straight to code often leads to restructuring later — ten minutes of sketching saves hours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Bolting on the pillars superficially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trivial @property “because it's required” is weaker than a genuinely validated one your design actually needs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Lab: Plan Your Final Project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project domain and write a 3–5 sentence description of what it does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803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candidate classes, with their key attributes and methods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UML diagram showing at least one inheritance and one composition/aggregation relationship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class skeleton (signatures and docstrings only, no full implementation yet) matching your diagram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8406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feedback on your plan before next week's implementation and presentation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and verbs in a written brief are strong hints for classes, attributes, and methods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51176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diagrams let you catch design problems on paper, before they're expensive to fix in code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10712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final project is narrow and deep — a handful of classes, well-designed, beats a sprawling shallow system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270248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and a README are part of the deliverable, not an afterthought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8464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129784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first, implement incrementally, test as you go — exactly the habits built all semester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Project Presentations &amp; Course 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Presentations &amp; Course Review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your finished project to the class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3474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3474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code review checklist, using this semester's design principles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9768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review of everything from Week 1 through Week 13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96062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062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Reflecting on how far your code has come since Week 1's procedural Student example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0C2A3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have your UML diagram and class skeleton ready, and begin implementing your project's core classes.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2026-08-26T06:57:55Z</dcterms:created>
  <dcterms:modified xsi:type="dcterms:W3CDTF">2026-08-26T06:57:55Z</dcterms:modified>
</cp:coreProperties>
</file>