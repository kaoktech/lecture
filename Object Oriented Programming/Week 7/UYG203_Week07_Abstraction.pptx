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1D1B4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rgbClr val="1D1B45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Interfaces With abc — Python 3.x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2011680" cy="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 ·  Object Oriented Programming  ·  Software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in Brief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9339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1109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let checkout() treat CreditCard, PayPal, and Cash identically through a shared pay() method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208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85978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raise NotImplementedError in PaymentMethod as an informal way to say “subclasses must implement this”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9077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80847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nothing stopped someone from creating a plain PaymentMethod() directly, or forgetting to override pay() entirely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3946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475716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abstraction formalizes that informal agreement, using Python's abc module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14-Week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today's session fits into the semester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OOP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0428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239572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8496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4059936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59936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&amp; Methods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32704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5724144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24144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96912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7388352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88352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62532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1071676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1676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0428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9" name="Text 27"/>
          <p:cNvSpPr/>
          <p:nvPr/>
        </p:nvSpPr>
        <p:spPr>
          <a:xfrm>
            <a:off x="239572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9572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968496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2" name="Text 30"/>
          <p:cNvSpPr/>
          <p:nvPr/>
        </p:nvSpPr>
        <p:spPr>
          <a:xfrm>
            <a:off x="4059936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59936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32704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5" name="Text 33"/>
          <p:cNvSpPr/>
          <p:nvPr/>
        </p:nvSpPr>
        <p:spPr>
          <a:xfrm>
            <a:off x="5724144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24144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96912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8" name="Text 36"/>
          <p:cNvSpPr/>
          <p:nvPr/>
        </p:nvSpPr>
        <p:spPr>
          <a:xfrm>
            <a:off x="7388352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88352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Testing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6112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1" name="Text 39"/>
          <p:cNvSpPr/>
          <p:nvPr/>
        </p:nvSpPr>
        <p:spPr>
          <a:xfrm>
            <a:off x="905256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5256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62532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4" name="Text 42"/>
          <p:cNvSpPr/>
          <p:nvPr/>
        </p:nvSpPr>
        <p:spPr>
          <a:xfrm>
            <a:off x="1071676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71676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7335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abstraction means and how it differs from encapsulation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07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07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38963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limits of the raise NotImplementedError pattern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124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24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10591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abstract base class using Python's ABC and @abstractmethod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82219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Python prevents instantiating an abstract class directly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556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56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53847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abstract methods with concrete, shared methods in the same base class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273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7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25475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Shape hierarchy (Rectangle, Circle, Triangle) using formal abstraction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 of theory, two hours of hands-on lab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 of Last Week's Pattern (15 min)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5819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raise NotImplementedError falls short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abc Module (25 min)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0" y="23591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and @abstractmethod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Abstract and Concrete Methods (15 min)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31363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behavior alongside required behavior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Shape Hierarchy (30 min)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39136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Rectangle, Circle, Triangle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663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vs. Encapsulation (15 min)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6908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point of confusion, clarified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5440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Build the Shape Hierarchy (40 min)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54681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Last Week's Pattern Falls Short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1D1B4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NotImplementedError only fails when the method is actually called — not when the class is defined, and not when an incomplete object is created. The mistake surfaces late, possibly in production.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concretely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PaymentMethod() from being created directly, even though it was never meant to be used on its own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that forgets to override pay() won't be caught until someone actually calls .pay() on it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Demonstrated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PaymentMethod: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pay(self,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NotImplementedError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generic = PaymentMethod()   # allowed! but shouldn't be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print("Created:", generic)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mistake only shows up here, and only if this line runs: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generic.pay(100)   # NotImplementedError, at runtime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 instead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PaymentMethod() should fail immediately at creation, not wait for .pay() to be called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95935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877056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abc module gives us exactly this — enforcement at instantiation, not at call time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PYTHON'S ABC MODULE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and @abstractmethod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1D1B4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base class (ABC) is a class that cannot be instantiated directly, and can declare methods that every subclass is required to implement using @abstractmethod.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pieces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 from ABC (from Python's built-in abc module)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required methods with the @abstractmethod decorator, just above their def line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PaymentMethod as a Formal Abstract Class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3840480"/>
          </a:xfrm>
          <a:prstGeom prst="roundRect">
            <a:avLst>
              <a:gd name="adj" fmla="val 1905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abc import ABC, abstractmethod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PaymentMethod(ABC):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pay(self, amount):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generic = PaymentMethod()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TypeError: Can't instantiate abstract class PaymentMethod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abstract method pay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 Must Implement Every Abstract Method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CreditCard(PaymentMethod):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pay(self,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print(f"Charged {amount} to credit card.")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= CreditCard()      # works -- pay() is implemented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card.pay(250)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Broken(PaymentMethod):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   # forgot to implement pay()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Broken()  # TypeError, immediately -- caught before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# the bug could ever reach .pay()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CreditCard can be instantiated because it fully implements pay()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405079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968496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cannot — Python catches the missing implementation the moment an object is created, exactly the improvement we wanted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NotImplementedError vs. Formal Abstraction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0" y="1691640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NotImplementedError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91272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+ @abstractmethod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585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base class be instantiated?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0" y="2258568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incorrectly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891272" y="225856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Python blocks it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5409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a missing method caught?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0" y="3054096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it's called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91272" y="305409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soon as the object is created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962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0" y="3849624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and discipline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91272" y="384962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itself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MIXING ABSTRACT AND CONCRETE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 Can Share Real Behavior Too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1D1B4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inheriting from ABC isn't limited to abstract methods — it can define ordinary, fully-implemented methods that every subclass inherits normally, alongside the required abstract ones.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powerful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logic lives once, in the base class, exactly like ordinary inheritance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class-specific logic is still enforced through @abstractmethod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Setup: The Shape Base Class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abc import ABC, abstractmethod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Shape(ABC):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perimeter(self):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describe(self):        # concrete -- shared by every shape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f"{self.__class__.__name__}: area={self.area():.2f}, perimeter={self.perimeter():.2f}"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Rectangle(Shape)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Rectangle(Shape):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width, height):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self.width = width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self.height = height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self.width * self.height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perimeter(self):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2 * (self.width + self.height)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Rectangle(4, 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print(r.describe())   # uses the shared, concrete method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Circle(Shape)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Circle(Shape):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radius):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self.radius = radius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math.pi * self.radius ** 2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perimeter(self):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2 * math.pi * self.radius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Circle(3)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print(c.describe())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Triangle(Shape)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Triangle(Shape):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side_a, side_b, side_c):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self.a, self.b, self.c = side_a, side_b, side_c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perimeter(self):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self.a + self.b + self.c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 = self.perimeter() / 2   # Heron's formula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(s * (s - self.a) * (s - self.b) * (s - self.c)) ** 0.5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Triangle(3, 4, 5)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print(t.describe())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 List of Shapes, Uniformly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shapes = [Rectangle(4, 5), Circle(3), Triangle(3, 4, 5)]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shape in shapes: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print(shape.describe())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total_area = sum(s.area() for s in shapes)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print(f"Total area: {total_area:.2f}")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shape guarantees area() and perimeter() exist, because Shape enforces it through @abstractmethod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19735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115056"/>
            <a:ext cx="43891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didn't need to be rewritten anywhere — Rectangle, Circle, and Triangle all inherit it as-is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98983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85432" y="3907536"/>
            <a:ext cx="43891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combines Week 5 (inheritance), Week 6 (polymorphism), and today's abstraction in one small example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vs. Encapsulation — Don't Confuse Them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(Week 4)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806440" y="1691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an object's internal data — controls how attributes are read and written from outside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(today)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806440" y="26060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a class must be able to do — controls which methods a class is required to provide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work together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806440" y="35204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Shape guarantees every subclass has area(); encapsulation would then protect how each shape validates its own width, radius, or sides internally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Abstraction Mistakes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inherit from ABC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806440" y="1691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Shape: with just @abstractmethod does nothing — the decorator only works when the class also inherits from ABC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an abstract method a real implementation, expecting it to be optional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806440" y="26060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@abstractmethod still requires every concrete subclass to override it, even if the base class version has code in it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everything abstract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806440" y="35204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method's behavior is genuinely identical across all subclasses, it should be concrete (like describe()), not abstract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MULTIPLE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 Can Require Multiple Methods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1D1B4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base class can declare as many @abstractmethod methods as needed — every one of them must be implemented before a subclass can be instantiated.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complete PaymentMethod might require both pay(amount) and refund(amount)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subclass missing either method still can't be instantiated — Python checks all of them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Class With Two Required Methods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PaymentMethod(ABC):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pay(self,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refund(self,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CreditCard(PaymentMethod):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pay(self, amount): print(f"Charged {amount}.")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forgot refund()!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CreditCard()   # TypeError -- refund is still missing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Abstraction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D1B45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Caught Early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implementations are caught at object creation, not buried in a runtime call path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67784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9" name="Shape 6"/>
          <p:cNvSpPr/>
          <p:nvPr/>
        </p:nvSpPr>
        <p:spPr>
          <a:xfrm>
            <a:off x="4642104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552" y="21214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2104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Self-Documenting Design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42104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abstract class itself lists exactly what every subclass must provide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95488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9808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1214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9808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+ Required, Together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69808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helper methods and required abstract methods coexist in one clean design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Pillars — Fully Assembled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pillar previewed back in Week 1 is now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1691640"/>
            <a:ext cx="7708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solved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5856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(Week 4)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0" y="2258568"/>
            <a:ext cx="7708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unchecked attribute access — closed with _protected attributes and @property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5409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(Week 5)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40480" y="3054096"/>
            <a:ext cx="7708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logic per entity type — closed by reusing and extending parent classes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962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(Week 6)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40480" y="3849624"/>
            <a:ext cx="7708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type-checking chains — closed by treating related objects through one interface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45152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4515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(Week 7)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40480" y="4645152"/>
            <a:ext cx="7708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Informal, easy-to-miss requirements — closed by enforcing them with ABC and @abstractmethod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Document It” vs. Formal Abstraction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comment isn't enough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only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0487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32257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Subclasses must implement pay() — a comment, easy to miss or ignore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0215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41985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a subclass from being incomplete; the mistake surfaces only when code runs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99432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451713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entirely on every future developer reading and remembering the comment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199632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D1B45"/>
          </a:solidFill>
          <a:ln/>
        </p:spPr>
      </p:sp>
      <p:sp>
        <p:nvSpPr>
          <p:cNvPr id="13" name="Text 8"/>
          <p:cNvSpPr/>
          <p:nvPr/>
        </p:nvSpPr>
        <p:spPr>
          <a:xfrm>
            <a:off x="6473952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+ @abstractmethod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40487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93992" y="232257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 is enforced by Python itself, not just written down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3502152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93992" y="341985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subclasses fail immediately and loudly, at instantiation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599432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793992" y="451713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developers discover the requirement by trying to run their code, not by hunting for comments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Elsewhere in Python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meet this pattern again beyond this course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91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collections.abc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806440" y="1691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own standard library defines abstract base classes for things like Iterable and Container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606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File-like objects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806440" y="26060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 read() and write() can be treated as a file, thanks to the same interface-based thinking behind duck typing and abstraction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520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base classes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806440" y="35204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Python frameworks (web, GUI, testing) ask you to subclass an abstract base and implement specific required methods — exactly today's pattern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1B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658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Shape Hierarchy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408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Shape(ABC) with abstract area() and perimeter(), plus a concrete describe()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28803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2666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Rectangle, Circle, and Triangle, each fully implementing both abstract methods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0080" y="35661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124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Shape() itself cannot be instantiated directly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40080" y="42519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9826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create a subclass missing one method, and confirm Python blocks it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40080" y="49377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08406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801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list of shapes and print the total combined area using a single loop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46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91640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defines what a class must be able to do, enforced by the language rather than by convention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60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551176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and @abstractmethod prevent instantiating incomplete classes, catching mistakes immediately instead of at call time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65576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3410712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 classes can mix required abstract methods with fully shared, concrete methods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25112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4270248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(what a class must do) is distinct from encapsulation (how a class protects its own data)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184648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7280" y="5129784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all four pillars in place, we're ready for the midterm — a checkpoint on everything from Weeks 1 through 7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Midterm Review &amp; Examination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972800" cy="4206240"/>
          </a:xfrm>
          <a:prstGeom prst="roundRect">
            <a:avLst>
              <a:gd name="adj" fmla="val 2609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Review &amp; Examination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7180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review covering procedural vs. OOP, classes, encapsulation, inheritance, polymorphism, and abstraction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63474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3474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 in the same style as the written and practical exam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29768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9768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mock coding assessment to self-check readiness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96062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6062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questions from any of the last seven weeks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1D1B45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class: finish the Week 7 lab notebook — every shape should implement both abstract methods correctly.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2026-08-25T10:11:38Z</dcterms:created>
  <dcterms:modified xsi:type="dcterms:W3CDTF">2026-08-25T10:11:38Z</dcterms:modified>
</cp:coreProperties>
</file>