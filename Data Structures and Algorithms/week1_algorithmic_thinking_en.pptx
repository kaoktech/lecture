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Thinking and Introduction to Data Structures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reason about a problem before writing a single line of code — and why the way you organize data changes everything downstream.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Systems · Data Structures and Algorithms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algorithm is, and what makes one "good"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every correct algorithm shares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problem-solving process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vague business request to working code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and flowcharts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solution before you type Python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data structure is, and why the choice matters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data for the operations you actually need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Types (ADTs)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what a structure does from how it's built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 pillars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Decomposition, pattern recognition, abstraction, algorithms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Algorithm?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finite, ordered sequence of well-defined steps that transforms a given input into a desired output, and is guaranteed to terminate.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a list of unpaid invoices, produce the total amount currently owed by a customer."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problem statement — an algorithm is the precise sequence of steps that solves it.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Properties of a Good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takes zero or more well-defined inputs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produces at least one well-defined output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Definiteness — every step is precise and unambiguous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Finiteness — it terminates after a finite number of steps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— every step is basic enough to be carried out exactly, by hand or by a machine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these five properties is missing, what you have is a vague plan, not an algorithm a computer (or a new employee) can reliably execute.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 Algorithm for Loan Approval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bank's information system must decide, consistently and fairly, whether to pre-approve a personal loan application.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applicant's income, existing debt, credit score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compute debt-to-income ratio, compare credit score to a threshold, combine both checks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"approved", "rejected", or "needs manual review"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 must go through exactly the same, well-defined steps — that consistency is the algorithm's value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Algorithmic Problem-Solving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 the problem — what is the input, what is the required output?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 a solution in plain language or pseudocode before touching code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Choose appropriate data structures for the data involved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Translate the plan into code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 with normal cases, edge cases, and invalid input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Refine for correctness first, then for efficiency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&amp; Flowcharts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informal, language-independent way of describing an algorithm's logic using structured, plain-language statements — precise enough to code from, without worrying about a specific language's syntax.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list of order amounts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 total TO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EACH amount IN list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total = total + amount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END FOR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PRINT total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Pseudocode to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Pseudocode: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SET total TO 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FOR EACH amount IN order_list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total = total + amount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PRINT total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order_list = [120.50, 980.00, 45.25, 300.75]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amount in order_list: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total + amount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1446.5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closely the Python maps back to the pseudocode — that closeness is exactly the point of writing pseudocode first.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Symbols You'll Use All Semester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— marks entry and exit 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7467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7759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475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1475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Parallelogram — data in or 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2930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3222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938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6938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— a computation or assignment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8393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C179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2401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2401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— a yes/no branch point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Shipping-Cost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store must compute shipping cost: free above a spending threshold, a flat fee otherwise, with an extra surcharge for oversized items.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it as a flowchart first: Start → Input order total &amp; size → Decision (over threshold?) → Decision (oversized?) → Output cost → End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flowchart is agreed on do you write pseudocode, then Python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order — flowchart/pseudocode before code — catches logic errors while they're still cheap to fix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Pseudocode First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opening your notebook, write pseudocode (on paper or in a text cell) for: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list of employee salaries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the average salary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any salary more than 50% above the average as "outlier"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the average and the list of outliers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it as: SET, FOR EACH, IF, PRINT — the same shapes as the invoice-total example.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Structure?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way of organizing, storing, and accessing data in memory so that it can be used efficiently for the operations a program needs to perform on it.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book organizes contacts alphabetically because the operation you perform most — looking someone up by name — is fast that way. The same names organized by join-date would make that lookup slow.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Choice of Data Structure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data, organized differently, can make an operation instant or painfully slow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structure makes trade-offs: fast lookup vs. low memory use vs. fast insertion, rarely all three at once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badly doesn't just cost performance — in a large system it can make some features practically impossible to build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exists to teach you a toolbox of structures, so you can pick the right tool instead of forcing every problem into a list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vs. an Organized Data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Unorganized Data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pile of customer records in arrival order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customer means checking every record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record is easy — but everything else is slow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a Structure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indexed by customer ID (e.g. a dictionary)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customer is close to instant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was chosen for the operation that matters most: lookup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of the Structures We'll Build This Semester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Business 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 / 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records: daily transactions, product catalogs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Sequences with frequent insertions/removals, e.g. a task 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Stacks &amp; Queues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history, print/order queues, workflow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lookup by key: usernames, SKUs, session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&amp; Graphs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charts, file systems, networks, recommendation links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Structures for an Order Management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MIS team is designing the back end for order management: orders arrive constantly, must be processed in the order received, and must be searchable by customer.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naturally matches "process in the order received"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keyed by customer ID naturally matches "search by customer"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single plain list for both jobs would force slow, awkward workarounds for one of them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structure that matches the operation is the core skill this course builds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 (ADT)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model defined by the operations it supports (e.g. "push", "pop") and their behavior — independent of how those operations are actually implemented in memory.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ADT is defined by push, pop, and peek, and the rule "last in, first out." Whether it's built on a Python list or a linked list is an implementation detail hidden behind that interface.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vs.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(the "what")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allowed operations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their expected behavior/rules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ADT can have several implementations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Structure (the "how")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memory layout and code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Stack built on a Python list vs. a linked list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 the ADT shouldn't need to know this detail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ADTs Matter for MIS 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ADTs lets you design a system's logic before deciding low-level implementation details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a team swap out an implementation later (e.g. for performance) without breaking the rest of the system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 data structure we build this semester will be introduced first as an ADT — a set of operations — then as a concrete implementation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of Computational Thinking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— breaking a large problem into smaller, manageable sub-problems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— noticing similarities between this problem and ones you've already solved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— focusing on what matters, ignoring irrelevant detail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— building the precise, step-by-step solution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"Process a Customer Order"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 — "process this order" — is really several smaller algorithmic problems chained together.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order (are all items in stock?)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(apply prices, discounts, tax)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inventory (decrease stock counts)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transaction (append to the order history)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sub-problems can be designed, tested, and improved independently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Decomposition into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validate_order(cart, inventory):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all(inventory.get(item, 0) &gt; 0 for item in cart)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calculate_total(cart, prices, tax_rate=0.18):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subtotal = sum(prices[item] for item in cart)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subtotal * (1 + tax_rate)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process_order(cart, inventory, prices):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validate_order(cart, inventory):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"Order rejected: item out of stock"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round(calculate_total(cart, prices), 2)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sub-problem from the decomposition becomes its own small, testable function — this is algorithmic thinking turning directly into code structure.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vs. Efficiency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first, efficiency second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correct if it produces the right output for every valid input, including edge cases. Efficiency (how much time/memory it uses) is a separate, later concern — never sacrifice correctness to make something faster.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that returns the right answer slowly is still useful. A search that returns the wrong answer instantly is useless. We study efficiency formally, with Big-O notation, starting next week.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WEEK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Correct Algorithms, Very Different Speed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 customer's record by ID in a list of 100,000 customers, you could scan every record one by one, or you could look it up directly by key.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scan: check record 1, then 2, then 3… until found — correct, but potentially checks all 100,000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lookup (e.g. via a dictionary keyed by ID): jumps almost straight to the answer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correct algorithms for the same problem — next week we learn how to compare them precisely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in Algorithm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straight to code without a plan — small logic errors become expensive to find later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edge cases: an empty list, a zero value, a missing key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 ADT (what it does) with one specific implementation (how it's built)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for speed before the algorithm is even correct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data structure out of habit ("I'll just use a list") instead of matching it to the operation needed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Design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exactly is the input and output?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 requirements produce ambiguous algorithms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the edge cases?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input, duplicate values, invalid data all need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I written pseudocode or a flowchart?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logic errors before they're expensive to 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operation happens most often on this data?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which data structure actually fits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correct before I worry about speed?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fast wrong answer is still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NOT one of the five properties of a good algorithm?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Finiteness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Definiteness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properties are input, output, definiteness, finiteness, and effectiveness — popularity isn't a property of correctness at all.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ADT is defined by push/pop/peek and "last in, first out." What does implementing it on a linked list instead of a Python list change?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ADT's defined behavior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underlying implementation, not the interface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push and pop are allowed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can be changed once an ADT is defined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ADT's operations and rules stay fixed; only the concrete, "how it's built" implementation changes.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Decompose and Choose a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library system that lets members borrow and return books, in your notebook: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"a member borrows a book" into 3–4 smaller sub-steps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sub-step, note what data it needs to read or update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which data container (list, dict, etc.) fits looking up a book by its ISBN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pseudocode for the "check if a book is available" step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operation happens most often for this data — searching, adding, or removing? That answer points to the right structure.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Recap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a finite, precise, terminating sequence of steps — with five defining properties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and flowcharts let you design and check logic before writing code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organizes data for the operations a program actually needs to perform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ADT separates what a structure does from how it's implemented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Decomposition, pattern recognition, abstraction, and algorithm design are the four pillars of computational thinking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Algorithm Analysis and Big-O Notation — how to measure and compare an algorithm's efficiency precisely, not just intuitively.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1: Algorithmic Thinking &amp; Intro to Data Structures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2026-09-20T06:12:35Z</dcterms:created>
  <dcterms:modified xsi:type="dcterms:W3CDTF">2026-09-20T06:12:35Z</dcterms:modified>
</cp:coreProperties>
</file>