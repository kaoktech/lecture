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082735" y="-1645920"/>
            <a:ext cx="5029200" cy="5029200"/>
          </a:xfrm>
          <a:prstGeom prst="ellipse">
            <a:avLst/>
          </a:prstGeom>
          <a:solidFill>
            <a:srgbClr val="16335C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480560"/>
            <a:ext cx="4389120" cy="4389120"/>
          </a:xfrm>
          <a:prstGeom prst="ellipse">
            <a:avLst/>
          </a:prstGeom>
          <a:solidFill>
            <a:srgbClr val="122A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built specifically to make insertion and deletion fast — at the cost of the instant index access lists give us.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Information Systems · Data Structures and Algorithms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63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63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630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linked list is, and how it's structured in memory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05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references, and why they solve last week's problem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354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33354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24028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linked list from scratch in Python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6776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and LinkedList classes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01752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11078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11078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301752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vs. doubly linked lists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4500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One-directional vs. two-directional traversal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88802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88802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79476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and their complexity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2224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delete, search, traverse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66526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66526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554480" y="457200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9948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look at a useful variant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" y="5349240"/>
            <a:ext cx="10424160" cy="0"/>
          </a:xfrm>
          <a:prstGeom prst="line">
            <a:avLst/>
          </a:prstGeom>
          <a:noFill/>
          <a:ln w="9525">
            <a:solidFill>
              <a:srgbClr val="D9DF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42509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1F3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44250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554480" y="5349240"/>
            <a:ext cx="9692640" cy="481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arrays and linked lists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577672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structure to the operation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Linked List?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data structure made of nodes, where each node holds a value and a reference ("pointer") to the next node. Unlike an array, nodes are not stored in contiguous memory — they can live anywhere, connected only by these references.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treasure hunt: each clue (node) tells you the value you found and where to go next — you don't need to know where all the other clues physically are.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Linked Lists Exist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we saw that inserting at the front of a list is O(n) — every element has to shift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makes inserting or deleting a node O(1), once you already have a reference to the right spot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trade-off: you lose instant index access — to reach the 5th node, you must walk from the start, one link at a time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direct, deliberate trade-off: give up fast random access to get fast insertion and deletion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Array/List Memory vs. Linked List Memory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/ Python list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sit in one contiguous memory block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math jumps straight to any element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in the middle shifts everything after it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scattered in memory, wherever there's room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stores a reference to the next node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is just re-pointing a couple of references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Scheduler That Inserts Constantly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operations system constantly inserts new high-priority tasks into the front of a very long task queue.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list, each insertion at the front shifts every other task — O(n), and it adds up fast at scale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linked list, inserting at the front means creating one new node and updating one reference — O(1)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situation from last week's preview, now with the structure that solves it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Linked List in Python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value):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value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   # reference to the next node; None means "end"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= Node("Order #101")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 = Node("Order #102")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first.next = second   # manually linking two nodes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print(first.value, "-&gt;", first.next.value)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#101 -&gt; Order #102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atom every linked list is built from: a value, plus a pointer to what comes next.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LinkedList Class: head and append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   # reference to the first 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append(self, value):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new_node = Node(value)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self.head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self.head = new_node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self.head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current.next is not None:   # walk to the last 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current = current.next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current.next = new_node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must walk the whole list to find the end — O(n) unless we keep a separate tail reference.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and Printing the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(head, append as before)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to_list(self):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values = []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self.head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current is not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values.append(current.value)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current = current.next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values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= LinkedList()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orders.append("Order #101")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orders.append("Order #102")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orders.append("Order #103")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print(orders.to_list())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['Order #101', 'Order #102', 'Order #103']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Linked List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Singly Linked List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 position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walk from the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a list — no shortcuts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node, repoint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tail (no tail pointer)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walk to the end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tail (with tail pointer)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optimization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known node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you have a reference to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vs. Doubly Linked Lists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points only forward, to the next node. You can only traverse in one direction — from head toward the end.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one-way street: you can move forward node by node, but there's no way to look backward from where you are.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holds two references: one to the next node and one to the previous node. This allows traversal in both directions, at the cost of extra memory per node.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two-way street: from any node, you can step forward or backward.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vs. Doubly 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74520"/>
            <a:ext cx="5074920" cy="274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reference per node (next)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memory per node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node needs a reference to the previous node too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3F5F8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600200"/>
            <a:ext cx="5074920" cy="548640"/>
          </a:xfrm>
          <a:prstGeom prst="roundRect">
            <a:avLst>
              <a:gd name="adj" fmla="val 13333"/>
            </a:avLst>
          </a:prstGeom>
          <a:solidFill>
            <a:srgbClr val="C1791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874520"/>
            <a:ext cx="5074920" cy="274320"/>
          </a:xfrm>
          <a:prstGeom prst="rect">
            <a:avLst/>
          </a:prstGeom>
          <a:solidFill>
            <a:srgbClr val="C179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6002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77440"/>
            <a:ext cx="4434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references per node (next, prev)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memory per node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delete a node directly, and traverse backward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Node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DoublyNode: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value):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value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self.prev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page1 = DoublyNode("home")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page2 = DoublyNode("products")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page1.next = page2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page2.prev = page1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print(page2.prev.value, "-&gt;", page2.value)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 -&gt; products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Back/Forward History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needs to let a user move both backward and forward through their page history in order.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visited page is a node; "Back" follows the prev reference, "Forward" follows next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singly linked list can't support "Back" efficiently — it has no way to look backward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 matches this requirement exactly, in both directions, in O(1) per step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 in Depth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Head: O(1)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3063240"/>
          </a:xfrm>
          <a:prstGeom prst="roundRect">
            <a:avLst>
              <a:gd name="adj" fmla="val 1791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None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prepend(self, value):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new_node = Node(value)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new_node.next = self.head   # point new node at the old 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new_node        # new node becomes the 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= LinkedList()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orders.append("Order #101")   # from earlier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orders.prepend("URGENT Order #999")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print(orders.to_list())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['URGENT Order #999', 'Order #101']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shifting required — just two reference updates, regardless of the list's length.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Node by Value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10515600" cy="4160520"/>
          </a:xfrm>
          <a:prstGeom prst="roundRect">
            <a:avLst>
              <a:gd name="adj" fmla="val 1319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737360"/>
            <a:ext cx="9966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delete(self, value):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self.head is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self.head.value == value:      # deleting the head 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 = self.head.next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self.head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current.next is not None: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current.next.value == value: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current.next = current.next.next   # skip over the target node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current.next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node is O(n), but once found, removing it is a single reference update.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an Undo Feature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editor needs to support undo, removing the most recent action from a running history of edits.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action is inserted at the head — O(1), most recent action is always easiest to reach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removes the head node — O(1), no shifting of the rest of the history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list could do this too, but a linked list makes the intent (most-recent-first) structurally explicit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Traversal Trade-off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that needs to "get to" a specific position — access by index, search by value — is O(n)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 trade away Python list's O(1) index access entirely; there is no shortcut equivalent to list[i]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linked lists shine specifically for head/tail insertion and deletion, not for random access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linked list for a problem that needs frequent index access would be the wrong trade-off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3317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where the last node's reference points back to the first node instead of to None — there is no true "end," only a continuous loop.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whenever a process should cycle indefinitely through a fixed set of items, returning to the start after the last one.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Task Assignment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system assigns each new incoming ticket to the next available agent, cycling through the agent list repeatedly, all day long.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linked list of agents lets the "current agent" pointer simply move to .next every time — no special case needed for wrapping back to the first agent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regular list, wrapping around means checking for the end and resetting an index manually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circular structure makes the repeating, cyclic nature of the process structurally built in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4630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1089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Arrays and Linked Lists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Arrays/Lists vs. Linked Lists, Side by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44805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/ List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Insert/delete at 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Insert/delete at back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amortized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with tail pointer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memory per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(stores references)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Which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array/list when: you need fast index-based access, or mostly append to the end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linked list when: you frequently insert or delete at the front, or in the middle given a known position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doubly linked list when: you also need to traverse backward, e.g. undo/redo, browser history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Python's built-in list is so well-optimized that custom linked lists are mainly used when the insertion pattern truly demands it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Structure for a Music Playlist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SCENARIO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65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 player needs to support "next track" and "previous track" navigation, plus inserting a song into the queue at any point.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10424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insertions at arbitrary points, plus backward navigation, both point toward a doubly linked list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app only ever played tracks in fixed order with no reordering, a plain list would be simpler and sufficient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always depends on which operations actually happen most often — not on which structure feels more advanced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Extend the LinkedList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Week 4 notebook, extend the LinkedList class from this week's examples to add: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prepend(value) method (insert at head)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delete(value) method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search(value) method returning True/False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__len__ method so len(my_list) works, by counting nodes during traversal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and search() both require walking the whole list — there's no shortcut, and that's expected for a linked list.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1/2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inserting at the head of a linked list O(1) but inserting at the head of a Python list O(n)?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 are always faster than lists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only needs to update a couple of references; a list must shift every element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lists don't support insertion at the head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actually the same complexity for both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list's nodes aren't stored contiguously, so adding a new head node is just re-pointing references — no shifting required.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2/2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structure would best support a browser's Back and Forward buttons?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060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06040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singly linked list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E9F3ED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015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01568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doubly linked list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97096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19709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97096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Python list only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424160" cy="658368"/>
          </a:xfrm>
          <a:prstGeom prst="roundRect">
            <a:avLst>
              <a:gd name="adj" fmla="val 9722"/>
            </a:avLst>
          </a:prstGeom>
          <a:solidFill>
            <a:srgbClr val="F3F5F8"/>
          </a:solidFill>
          <a:ln w="12700">
            <a:solidFill>
              <a:srgbClr val="D9DF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99262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92624"/>
            <a:ext cx="9509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linked list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795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and Forward both need O(1) movement in either direction from the current position — exactly what a doubly linked list's next/prev references provide.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Undo History with a Linked 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simple undo history using a linked list where the head is always the most recent action: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400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add_action(history, action) that prepends a new action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undo(history) that removes and returns the most recent action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with at least 4 actions, undoing 2 of them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comment, explain why prepend rather than append is the right choice here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0" y="2514600"/>
            <a:ext cx="3794760" cy="3383280"/>
          </a:xfrm>
          <a:prstGeom prst="roundRect">
            <a:avLst>
              <a:gd name="adj" fmla="val 2162"/>
            </a:avLst>
          </a:prstGeom>
          <a:solidFill>
            <a:srgbClr val="FFF6E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301752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keeps the most recent action at the head, so undo is always removing the head — O(1).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1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Recap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298448"/>
            <a:ext cx="10545775" cy="0"/>
          </a:xfrm>
          <a:prstGeom prst="line">
            <a:avLst/>
          </a:prstGeom>
          <a:noFill/>
          <a:ln w="12700">
            <a:solidFill>
              <a:srgbClr val="D9DF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lists store nodes scattered in memory, connected by references, trading index access for fast insertion/deletion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lists traverse one way; doubly linked lists add a prev reference for two-way traversal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Insert/delete at a known position is O(1); access and search remain O(n)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lists remove the concept of an "end," useful for cyclic processes like round-robin scheduling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✓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between arrays and linked lists means matching the structure to your most frequent operation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64592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266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Stacks — a structure built on the simple, powerful rule "last in, first out," with immediate applications like undo systems and expression evaluation.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— Week 4: Linked Lists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2026-09-20T19:25:54Z</dcterms:created>
  <dcterms:modified xsi:type="dcterms:W3CDTF">2026-09-20T19:25:54Z</dcterms:modified>
</cp:coreProperties>
</file>