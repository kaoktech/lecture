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powerful rule — last in, first out — with immediate applications in undo systems, validation, and how function calls actually work.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Information Systems · Data Structures and Algorithms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63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63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ADT and the LIFO principle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05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rule, many uses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354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354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4028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operations: push, pop, peek, is_empty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6776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their complexity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1078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1107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01752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 stack in Python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4500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list, and with a linked list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8802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880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79476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applications: undo, bracket validation, the call stack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2224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stacks show up whether you notice or not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66526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652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7200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postfix expressions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9948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stack algorithm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425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425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3492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a stack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7767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the pattern in a business problem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Stack?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(ADT)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data type that stores elements in a strict Last In, First Out (LIFO) order: the most recently added element is always the first one removed.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of plates: you place new plates on top, and you always take the top plate off first. You can't get to the bottom plate without removing everything above it.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LIFO Principle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= Last In, First Out — the newest item is always removed first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access to items in the middle or bottom of the stack — only the top is ever visible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restriction is exactly what makes stacks useful: it models any process where you need to reverse the most recent steps first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 queue (Week 6): First In, First Out — the opposite discipline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Back a Multi-Step Transaction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banking system processes a transfer as several small steps (debit account A, credit account B, log the transaction). If step 3 fails, the earlier steps must be undone in reverse order.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completed step is pushed onto a stack as it happens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fails, steps are popped off and reversed one at a time — most recent first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Undoing in exactly reverse order is essential for correctness — this is a stack, structurally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Operations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Core Stack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push(x) — add x to the top of the stack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— remove and return the top item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 / top() — return the top item without removing it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is_empty() — check whether the stack has any items left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stack's entire interface is these four operations. The restriction is the whole point — it's what guarantees LIFO behavior.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of Stack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to one known end — no shifting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from the same known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access to the top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is_empty()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checks a size or a 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 Stack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Using a Python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 = []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push(self, item):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self._items.append(item)      # add to the end — O(1)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pop(self):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self._items.pop()      # remove from the end — O(1)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peek(self):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self._items[-1]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len(self._items) == 0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end of the list as the "top" is what keeps every operation O(1) — the front would force O(n) shifts.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Using a Linked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None   # the head IS the top of the stack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push(self, item):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 = Node(item)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node.next = self.head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node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pop(self):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self.head is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IndexError("pop from empty stack")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 = self.head.value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self.head.next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value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and popping at the head of a linked list are both O(1) — the same reason head insertion was fast in Week 4.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List-Based vs. Linked-List-Based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List-Based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simple to implement in Python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memory-efficient per item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list already does this well internally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Linked-List-Based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resizing/reallocation ever needed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memory must be allocated one node at a time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common in lower-level languages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Undo Feature with a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undo_stack = Stack()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perform_action(action):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print("Doing:", action)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undo_stack.push(action)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undo():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undo_stack.is_empty():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print("Nothing to undo")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= undo_stack.pop()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print("Undoing:", action)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perform_action("type 'Hello'")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perform_action("bold selection")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undo()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Doing: type 'Hello'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Doing: bold selection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Undoing: bold selection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Undoing: type 'Hello'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Parentheses / Bracket Matching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Validation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stack problem: check whether every opening bracket in a string has a correctly matched, correctly nested closing bracket.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"( [ ] )"  -&gt; balanced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"( [ ) ]"  -&gt; NOT balanced (crossed, not nested)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Balanced Brackets with a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is_balanced(text):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Stack()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pairs = {')': '(', ']': '[', '}': '{'}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char in text: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char in "([{":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stack.push(char)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char in ")]}":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stack.is_empty() or stack.pop() != pairs[char]: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False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stack.is_empty()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print(is_balanced("( [ ] )"))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print(is_balanced("( [ ) ]"))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closing bracket must match the most recently opened one — exactly the LIFO behavior a stack enforces.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Nested Business Rules or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validates that configuration files, formulas, or nested JSON-like business rules have correctly matched brackets before processing them further.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nested structures (mismatched or crossed brackets) must be rejected before they cause downstream errors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bracket-matching algorithm applies, whatever the brackets represent — parentheses, braces, or business rule blocks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common real preprocessing step before parsing any structured business data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every programming language uses to track function calls: each time a function is called, a new "frame" is pushed; when it returns, that frame is popped. This is a stack in the exact same sense we've been studying.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function A calls B, which calls C, the call stack is [A, B, C] — C finishes and is popped first, then B, then A. Last called, first to return.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and the Call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recursive function call pushes a new frame onto the call stack, holding that call's local variables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call returns (hits its base case or finishes), its frame is popped, and control returns to the caller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recursion naturally "unwinds" in reverse order — it's the same LIFO behavior as any other stack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or unbounded recursion can grow the call stack until memory runs out — a stack overflow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Overflow from Unbounded Recursion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generator recursively processes a company's organizational chart to compute total headcount, but a data error creates a circular reporting relationship.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recursive call pushes another frame onto the call stack, expecting the recursion to eventually reach a base case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circular relationship, it never does — the call stack grows without bound until the program crashes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recursive algorithms need a clear, reachable base case, and why real systems validate their data structures first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Evaluation &amp; Wrap-Up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 vs. Postfix Notation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 (what humans write): 3 + 4 * 2 — operators sit between operands, needs parentheses/precedence rules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(Reverse Polish Notation): 3 4 2 * + — operators come after their operands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has no ambiguity and needs no parentheses — it can be evaluated left to right with a stack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calculators and spreadsheet engines internally convert formulas to postfix before evaluating them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 Postfix Expression with a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evaluate_postfix(expression):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Stack()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token in expression.split():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token in "+-*/":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 = stack.pop()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 = stack.pop()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token == "+": stack.push(a + b)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token == "-": stack.push(a - b)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token == "*": stack.push(a * b)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token == "/": stack.push(a / b)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stack.push(float(token))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stack.pop()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print(evaluate_postfix("3 4 2 * +"))   # 3 + (4 * 2)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pushed; every operator pops its two operands, computes, and pushes the result back.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Formulas in a Spreadsheet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spreadsheet engine needs to evaluate user-entered formulas like =(A1+A2)*A3 correctly and efficiently.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parses the infix formula, converts it to postfix internally, then evaluates it with a stack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avoids writing complex, error-prone logic to handle parentheses and operator precedence directly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pattern — a stack evaluating postfix — sits underneath a huge amount of everyday software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a String with a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reverse_string(s):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Stack()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char in s: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stack.push(char)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reversed_chars = []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not stack.is_empty():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reversed_chars.append(stack.pop())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"".join(reversed_chars)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print(reverse_string("invoice"))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eciovni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everything then popping it all naturally reverses the order — a direct consequence of LIFO.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HTML/XML Tags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content-management system validates that HTML generated from a template has every opening tag correctly closed, in the correct nested order.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&lt;div&gt;&lt;span&gt;text&lt;/span&gt;&lt;/div&gt; is valid; &lt;div&gt;&lt;span&gt;text&lt;/div&gt;&lt;/span&gt; is not — the tags cross instead of nesting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same algorithm as bracket matching, with opening/closing tags playing the role of brackets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HTML/XML parsers use this stack-based check as one of their first validation steps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When Working with Stacks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pop() or peek() on an empty stack without checking is_empty() first — causes a crash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front of a Python list as the "top" (list.pop(0)) — that's O(n), not O(1)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a stack (LIFO) with a queue (FIFO) — using the wrong one silently produces the wrong order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a stack has no way to access or search the middle — if you need that, a stack is the wrong structure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a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reverse a sequence of steps, most recent first — undo, rollback, backtracking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check for matched, nested pairs — brackets, tags, nested business rules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implementing or reasoning about recursion — it's always backed by a call stack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evaluate or parse expressions with nested structure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Stacks Hide in Everyday Software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Stack Tracks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editor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Undo/redo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browser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history for the Back button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 runtime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call frames (the call stack)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editor / 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brackets, braces, and quotes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 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evaluation order in formulas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Extend the Stack Class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Week 5 notebook, using the list-based Stack class: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reverse_string(s) that reverses a string using a Stack (push each character, then pop them all)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is_balanced that also handles the case of an empty input string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is_balanced on at least 3 valid and 3 invalid bracket strings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Popping every character off a stack naturally produces them in reverse order — that's the whole trick.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NOT a valid reason to use a stack?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undo/redo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balanced brackets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a customer by ID instantly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function calls during recursion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lookup by key is a dictionary/hash table's job (Week 10) — a stack has no fast way to find an arbitrary item.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peek() do, as opposed to pop()?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and returns the bottom item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top item without removing it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and returns the top item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stack is empty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 looks at the top item without changing the stack; pop() removes it.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Postfix Calculator Extension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evaluate_postfix function from the slides: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 for the modulus operator %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division by zero by returning an error message instead of crashing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on "10 2 /", "5 0 /", and "6 3 %"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comment, explain what would happen if the postfix expression were malformed (too many operators)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malformed postfix expression will try to pop from an empty stack — that's a natural place for an error to surface.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Recap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enforces Last In, First Out — every operation (push, pop, peek, is_empty) is O(1)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can be implemented on a Python list (using the end) or a linked list (using the head)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 include undo/redo, bracket validation, and the call stack behind every function call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expression evaluation is a classic, elegant stack algorithm used in real calculators and spreadsheets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pattern: reversing recent steps, matching nested pairs, or tracking calls — that's a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Queues — the mirror-image discipline, First In, First Out, for processing things in the order they arrive.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5: Stacks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2026-09-20T19:32:40Z</dcterms:created>
  <dcterms:modified xsi:type="dcterms:W3CDTF">2026-09-20T19:32:40Z</dcterms:modified>
</cp:coreProperties>
</file>