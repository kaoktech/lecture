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mirror-image discipline to last week's stack — First In, First Out — for processing things in the order they arrive.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Information Systems · Data Structures and Algorithms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63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63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ADT and the FIFO principle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05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built into a data structure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354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354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4028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 and their complexity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6776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enqueue, dequeue, front, is_empty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1078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1107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01752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 queue correctly in Python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4500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plain list is the wrong choice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8802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880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79476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applications: ticket queues, order processing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2224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Wherever "first come, first served" applies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66526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652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7200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queues, priority queues, and deques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9948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variants on the basic idea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425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425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3492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queues power breadth-first search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7767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 connecting to graphs in Week 12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Queue?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(ADT)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data type that stores elements in First In, First Out (FIFO) order: the earliest-added element is always the first one removed.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of customers at a bank counter: the first person to join the line is the first person served, no matter who joins later.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FIFO Principle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= First In, First Out — the oldest item in the queue is always removed first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join at one end (the rear/back) and leave from the other end (the front)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models any process where fairness or arrival order matters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 stack (Week 5): Last In, First Out — the opposite discipline, for the opposite kind of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Service Ticket Queue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desk needs to guarantee that tickets are handled in the order customers submitted them, regardless of how many arrive at once.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ticket is enqueued at the back as it arrives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always take the next ticket from the front — whoever has waited longest goes next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fairness guarantee a queue provides structurally, without extra bookkeeping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Operations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Core Queue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enqueue(x) — add x to the back of the queue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 — remove and return the item at the front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front() / peek() — return the front item without removing it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is_empty() — check whether the queue has any items left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a Stack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four-operation shape as a stack, but enqueue and dequeue act on opposite ends — that single difference is what flips LIFO into FIFO.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of Queue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(correct implementation)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to one known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from the other known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front() / peek()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access to the front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is_empty()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checks a size or a 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 Queue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Plain Python list Is a Poor Queue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tempting to enqueue with list.append() and dequeue with list.pop(0)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is O(1), but pop(0) is O(n) — removing the first element shifts every remaining element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queue that's dequeued frequently, this quietly turns an intended O(1) operation into O(n)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collections.deque is built specifically to make both ends O(1)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Using collections.deque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Queue: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 = deque()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enqueue(self, item):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self._items.append(item)        # add to the back — O(1)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dequeue(self):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self._items.popleft()    # remove from the front — O(1)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front(self):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self._items[0]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len(self._items) == 0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is a doubly linked list under the hood — exactly why both ends are O(1), unlike a plain list.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Using a Linked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Queue: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self.front_node =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self.rear_node =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enqueue(self, item):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 = Node(item)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self.rear_node is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self.front_node = self.rear_node = node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self.rear_node.next = node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self.rear_node = node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dequeue(self):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 = self.front_node.value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self.front_node = self.front_node.next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self.front_node is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self.rear_node =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value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both a front and a rear reference is what makes enqueue and dequeue both O(1).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deque-Based vs. Linked-List-Based Queue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collections.deque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Built-in, highly optimized, thread-safe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and most common choice in real Python code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default for almost every use case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Linked List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understanding the mechanics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if you're building a queue in a language without deque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code to maintain for the same result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Implementation for a Print Queue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office needs a print queue: documents print in the order they were sent, and both adding and removing jobs must stay fast as the queue grows.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collections.deque is the right default here — O(1) at both ends, well-tested, and simple to use correctly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linked-list queue would work too, but adds code and maintenance for no real benefit in Python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case where the 'boring,' standard-library choice is genuinely the best engineering decision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a Customer Service Queue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 = deque()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tickets.append("Ticket #1: billing issue")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tickets.append("Ticket #2: login problem")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tickets.append("Ticket #3: refund request")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tickets: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 = tickets.popleft()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print("Now serving:", current)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serving: Ticket #1: billing issue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serving: Ticket #2: login problem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serving: Ticket #3: refund request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First-Come, First-Served Order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e-commerce warehouse processes orders strictly in the order they were placed, to keep promised shipping dates fair and predictable.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orders are enqueued as they arrive, regardless of order size or customer tier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fulfillment team always dequeues the oldest unprocessed order next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priority handling (e.g. express shipping) would need a different structure — a priority queue, covered shortly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implemented on a fixed-size buffer where the front and rear positions wrap around to the beginning once they reach the end — reusing freed slots instead of ever needing to shift or resize.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circular parking lot with numbered spots: when the last spot is taken, the next car checks spot #1 again, not a spot that doesn't exist.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 Buffer for Streaming Sensor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monitoring dashboard keeps only the most recent 100 readings from a sensor feed, discarding older ones automatically as new ones arrive.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queue of fixed size 100 handles this naturally: enqueue a new reading, and the oldest slot is simply overwritten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shifting, no unbounded memory growth — the buffer stays exactly 100 readings, always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is common in monitoring, logging, and real-time data systems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Variants: Priority Queue &amp; Deque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queue-like structure where each element has a priority, and dequeue always returns the highest-priority element first — not necessarily the one that arrived first.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queues are typically implemented with a heap, a tree-based structure we'll build properly once we've covered trees (Week 11).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Room Triage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emergency room cannot treat patients strictly in arrival order — a critical patient who just arrived must be seen before a stable patient who's been waiting longer.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a plain FIFO queue can't express — arrival order isn't the priority, severity is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queue serves the highest-priority (most critical) patient first, regardless of arrival time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real scheduling systems — CPU task scheduling, network packet handling — use exactly this structure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(Double-Ended Queue)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that allows O(1) insertion and removal at both ends, not just the front and back separately — more flexible than a standard queue or stack alone.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collections.deque supports append(), appendleft(), pop(), and popleft() — all O(1).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deque([2, 3, 4])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d.append(5)         # add to the right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d.appendleft(1)      # add to the left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d.pop()              # remove from the right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d.popleft()          # remove from the left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deque([1, 2, 3, 4, 5])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deque([2, 3, 4])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Sliding Window of Recent Transactions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fraud-detection system needs to keep exactly the most recent 50 transactions in memory for pattern analysis, adding new ones and dropping old ones continuously.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appendleft() or append() adds the newest transaction; the opposite end's pop removes the oldest once the window is full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deque handles both ends in O(1), which a plain list cannot do efficiently for the "drop from the front" side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"sliding window" pattern shows up constantly in monitoring and real-time analytics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in Algorithms &amp; Wrap-Up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WEEK 12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Power Breadth-First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 explores a graph or tree level by level, visiting all neighbors before going deeper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uses a queue internally: visit a node, enqueue its neighbors, then dequeue the next node to visit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guarantees nodes are visited in order of distance from the starting point — a direct consequence of FIFO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implement BFS fully once graphs are introduced, but the queue behind it is exactly what we've built today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OF WEEK 12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Stack-Powered vs. Queue-Powered Traversal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-&gt; Depth-First Search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as far as possible down one path first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Backtracks only when it hits a dead end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implemented with recursion (the call stack) or an explicit stack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-&gt; Breadth-First Search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all neighbors before going deeper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shortest path in an unweighted graph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implemented with an explicit queue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vs. Queue, Side by 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In, First Out (LIFO)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In, First Out (FIFO)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Add/remove ends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end (the top)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 ends (front/back)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Undo, call stack, bracket matching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queues, order processing, BFS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Python 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(append/pop)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collections.deque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Build and Use a Queue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Week 6 notebook, using the deque-based Queue class: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print queue: enqueue 5 print jobs, then dequeue and print them one at a time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returns True if the queue currently has more than 3 items waiting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size() method to the Queue class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len(self._items) is all size() needs — deque tracks its own length in O(1).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collections.deque preferred over a plain Python list for implementing a queue?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uses less memory in every case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list.pop(0) is O(n), while deque's popleft() is O(1)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doesn't support the append() method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real difference — it's just a style preference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from the front of a plain list requires shifting every remaining element (O(n)); deque is built to make both ends O(1).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emergency room needs to see the most critical patient next, not necessarily the one who arrived first. Which structure fits best?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FIFO queue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queue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queue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queue serves elements by priority rather than arrival order — exactly this triage requirement.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Sliding Window with a Deque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collections.deque, implement a fixed-size sliding window over a stream of numbers: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add_reading(window, value, max_size) that appends a value and removes the oldest if the window exceeds max_size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by adding 10 values to a window with max_size=5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returns the average of the current window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comment, explain why using a plain list for the 'remove oldest' step would be less efficient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popleft() on a deque removes the oldest value in O(1) — a plain list's pop(0) would be O(n) for the same job.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Recap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enforces First In, First Out — enqueue at the back, dequeue from the front, both O(1) when implemented correctly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collections.deque is the right tool in Python — a plain list's pop(0) silently costs O(n)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queues reuse a fixed buffer; priority queues serve by importance, not arrival order; deques allow O(1) at both ends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 include ticket queues, order processing, sliding windows, and monitoring buffers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are the engine behind breadth-first search, just as stacks are behind depth-first search and the call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7: Recursion and Searching Algorithms — a deeper look at recursive thinking and the searching algorithms it enables.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6: Queues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2026-09-21T05:57:32Z</dcterms:created>
  <dcterms:modified xsi:type="dcterms:W3CDTF">2026-09-21T05:57:32Z</dcterms:modified>
</cp:coreProperties>
</file>