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and Searching Algorithms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look at recursive thinking, and the two searching algorithms it makes possible.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Information Systems · Data Structures and Algorithms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63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63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recursion is, and its two essential parts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05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and recursive case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354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3354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24028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recursion through the call stack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6776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back to Week 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11078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11078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01752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recursive problems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4500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Factorial, sum of a list, Fibonacci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79476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8802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8802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79476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2224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searching algorithm, recursive and iterative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66526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652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57200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99948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recursive divide-and-conquer algorithm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4924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4425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425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3492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recursion helps — and when it doesn't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7767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vs. iteration trade-offs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Recursion?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technique where a function solves a problem by calling itself on a smaller version of the same problem, until it reaches a case simple enough to answer directly.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height of a company's org chart, you could ask: "1 + the tallest height among my direct reports' sub-trees" — the same question, asked on smaller and smaller pieces.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Essential Parts of Every Recursive Function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— the simplest version of the problem, answered directly without further recursion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 — breaks the problem into a smaller version, and calls itself to solve it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recursive call must move measurably closer to the base case, or it will never terminate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unreachable base case = infinite recursion = a stack overflow (Week 5)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Factorial: A First Recursive Function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factorial(n):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0:                  # base case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factorial(n - 1)  # recursive case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print(factorial(5))   # 5 * 4 * 3 * 2 * 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gets smaller by 1 on every call, guaranteeing it eventually reaches the base case n == 0.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Recursion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factorial(3) Actually Runs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factorial(3) calls factorial(2), which calls factorial(1), which calls factorial(0)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factorial(0) hits the base case and returns 1 — no further calls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waiting call now finishes in reverse order: factorial(1) returns 1, factorial(2) returns 2, factorial(3) returns 6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unwinding, in reverse order, is exactly the call stack behavior from Week 5 — recursion and stacks are the same idea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Stack While Computing factorial(3)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factorial(3)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factorial(2)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7467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7759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475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factorial(2)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71475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factorial(1)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2930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3222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938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factorial(1)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6938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factorial(0)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8393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8685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C179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2401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factorial(0)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2401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returns 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 List, Recursively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sum_list(items):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len(items) == 0:              # base case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items[0] + sum_list(items[1:])   # recursive case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print(sum_list([120, 45, 300, 75]))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handles one item and delegates the rest — the list shrinks by one element every call.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Total Headcount from an Org Chart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HR system needs the total number of employees under a given manager, where each employee may have their own direct reports, nested arbitrarily deep.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an employee with no direct reports contributes just themselves — 1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case: an employee's total is 1 plus the sum of each direct report's total (computed the same way)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nested, self-similar structure is exactly what recursion is built to express cleanly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vs. Iteration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vs. Iterative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mirrors the problem's natural structure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more readable for nested/tree-like data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call-stack memory — deep recursion risks overflow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(loops)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more memory-efficient — no call stack growth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less readable for naturally recursive problems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in Python for very deep or performance-critical cases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Fibonacci: Recursive vs. Iterative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fib_recursive(n):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fib_recursive(n - 1) + fib_recursive(n - 2)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fib_iterative(n):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range(n):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print(fib_recursive(10), fib_iterative(10))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55 55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answer, very different cost: naive recursive Fibonacci recomputes the same values repeatedly — exponential time.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Cautionary Note: Naive Recursive Fibonacci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fib_recursive(n) calls itself twice per call, recomputing many of the same smaller values repeatedly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it O(2ⁿ) — usable for small n, unusably slow for larger 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iterative version is O(n) — dramatically better for this particular problem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recursion is elegant, but always worth checking whether it's re-doing work it doesn't need to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It: Memoization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= {}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cache: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cache[n]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fib_memo(n - 1) + fib_memo(n - 2)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cache[n] = result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print(fib_memo(50))   # instant, vs. impossibly slow with naive recursion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12586269025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("memoizing") each result the first time it's computed turns O(2ⁿ) into O(n) — same recursive structure, far less repeated work.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Recursion Mistakes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base case entirely, or writing one that's never actually reached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making the problem measurably smaller on every recursive call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recursion for simple, flat iteration where a loop would be clearer and use less memory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whether the same sub-problem is being recomputed repeatedly (as with naive Fibonacci)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 Nested Folder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management system needs to find a file by name anywhere within a folder that may contain any number of nested sub-folders, to any depth.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a folder with no sub-folders — just check its files directly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case: check this folder's files, then recursively search each sub-folder the same way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structure's own nested shape is mirrored exactly by the recursive function's structure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Patterns You'll See Again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recursion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recursive call per invocation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factorial, sum_list, linear_search_recursive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and conquer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Splits into smaller sub-problems, often halves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binary_search, merge sort (Week 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recursion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recursive calls per invocation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fib_recursive, tree traversal (Week 11)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Algorithms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each element in a collection, one at a time, until the target is found or the collection is exhausted. Works on any list, sorted or not.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a specific invoice by scanning a stack of paper invoices one at a time, from the top.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Search: Iterative and Recursive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linear_search_iterative(items, target):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value in enumerate(items):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value == target: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i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linear_search_recursive(items, target, index=0):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index == len(items):          # base case: reached the end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items[index] == target:       # base case: found it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index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linear_search_recursive(items, target, index + 1)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print(linear_search_iterative([4, 8, 15, 16], 15))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print(linear_search_recursive([4, 8, 15, 16], 15))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Complexity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is the first element checked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is last, or not present — check everything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random data, expect to check about half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on unsorted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divide-and-conquer search on sorted data: compare the target to the middle element, then recurse into only the half that could still contain it, discarding the other half entirely.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a name in a printed phone book: you open to the middle, decide which half the name is in, and repeat — never scanning the discarded half.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Search, Recursively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binary_search(items, target, low=0, high=None):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high is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high = len(items) - 1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low &gt; high:                     # base case: not found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(low + high) // 2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items[mid] == target:           # base case: found it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mid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items[mid] &lt; target: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binary_search(items, target, mid + 1, high)   # search right half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binary_search(items, target, low, mid - 1)    # search left half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sorted_ids = [2, 5, 8, 12, 16, 23, 38, 45, 56, 72]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print(binary_search(sorted_ids, 23))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eliminates half the remaining data — this is exactly the O(log n) behavior from Week 2.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a Product by SKU in a Sorted Catalog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inventory system stores 500,000 SKUs sorted by code and needs to check whether a scanned SKU exists, as fast as possible.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would check up to 500,000 items in the worst case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needs at most about 19 comparisons (log₂ 500,000 ≈ 19) — the exact O(log n) advantage from Week 2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only possible because the data is sorted — binary search cannot be used on unsorted data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vs. Binary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sorted data?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Worst-case 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more complex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or unsorted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Large, sorted, frequently searched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Recursion Genuinely Helps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has a naturally recursive/nested structure — org charts, file systems, trees (Week 11)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divide-and-conquer strategy applies — binary search, and later merge sort and quicksort (Weeks 8–9)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version is meaningfully clearer than the iterative one, and depth is bounded and safe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naive recursion when it silently recomputes the same work repeatedly — check for that pattern first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Sum of Nested Lists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deep_sum(data):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item in data: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isinstance(item, list):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total += deep_sum(item)      # recurse into the nested list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total += item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regional_sales = [120, [45, 30], [80, [15, 25]], 60]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print(deep_sum(regional_sales))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Arbitrarily nested sales data (regions within regions) is summed correctly without knowing the nesting depth in advance.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Summary: This Week's Algorithms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Sorted Data?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recursive Fibonacci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Memoized Fibonacci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Recursive Thinking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Week 7 notebook, write these recursive functions: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count_down(n) that prints n, n-1, ..., 1, "Liftoff!" using recursion, not a loop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max_in_list(items) that finds the maximum value in a list recursively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is_palindrome(s) that checks if a string reads the same forwards and backwards, using recursion on shrinking substrings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is_palindrome, the base case is a string of length 0 or 1; the recursive case compares the first and last characters, then recurses on the middle.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a recursive function's base case is unreachable for some input?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automatically fixes it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slightly slower but finishes correctly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recurses forever, eventually causing a stack overflow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None immediately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reachable base case, each call keeps pushing new frames onto the call stack until memory runs out — a stack overflow.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binary search be used directly on an unsorted list?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technically can, just slower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to the middle element only tells you which half to search if the data is ordered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only works on numbers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requires a linked list, not an array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search's entire logic depends on knowing that everything to one side of the middle is smaller/larger — that guarantee only holds for sorted data.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Binary Search Application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binary_search function from the slides, in your notebook: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sorted list of 20 product IDs for 5 different targets, some present and some not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binary_search to count and print how many comparisons it makes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that count to how many comparisons a linear search would need for the same targets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comment, explain why the difference grows as the list gets larger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counter parameter (or a nonlocal variable) that increments each time items[mid] is compared to target.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Recap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solves a problem by calling itself on a smaller version, requiring a base case and a recursive case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calls are tracked on the call stack — the same structure studied in Week 5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shines on naturally nested problems, but naive recursion can silently recompute work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(O(n)) works on any data; binary search (O(log n)) requires sorted data but is dramatically faster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is our first real divide-and-conquer algorithm — a pattern we'll see again in sorting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8: Sorting Algorithms I — simple sorting algorithms and the O(n²) trade-offs behind them.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7: Recursion and Searching Algorithms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2026-09-21T06:02:05Z</dcterms:created>
  <dcterms:modified xsi:type="dcterms:W3CDTF">2026-09-21T06:02:05Z</dcterms:modified>
</cp:coreProperties>
</file>