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Lists, and Basic Data Organization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deep dive into a concrete data structure — how ordered collections are stored, accessed, and manipulated, and what that costs.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Information Systems · Data Structures and Algorithms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array is, and how Python's list differs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 and dynamic resizing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slicing, and basic operations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toolkit for working with ordered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of every list operation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last week's Big-O directly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list methods and list comprehensions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concise, idiomatic Python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lists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tables and grids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arrays and lists are — and aren't — the right choice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next week's linked lists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Array?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elements, each identified by an index, stored in contiguous (back-to-back) memory locations. Contiguous storage is what makes accessing any element by index an O(1) operation.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 array as a row of numbered mailboxes, all the same size, sitting side by side — knowing the row's start and an index tells you exactly where to look.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vs. Python's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array has a fixed size, set when created, and typically holds one data type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list is a dynamic array: it resizes automatically as you add or remove items, and can mix types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hood, Python still keeps list items in a contiguous, indexable block of memory — that's why indexing is still O(1)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uses Python's list for everything an array does, plus more flexibility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 vs. Dynamic Array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size, decided at creation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memory-efficient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means creating a whole new array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Array (Python list)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automatically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reallocates a larger block behind the scenes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is O(1) on average ("amortized")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Daily Sales Figures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dashboard needs to store one sales total per day for the current month, in order, and look up any specific day's total instantly.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array/list is a perfect fit: days are naturally ordered, and each day maps to a fixed position (index)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sales[0] is day 1, sales[14] is day 15 — no searching required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works cleanly because the data has a natural, stable order and fixed-ish size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Basic Operations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representing an element's position in a list, starting at 0 for the first element. Python also supports negative indices, counting backward from the end.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= [120, 200, 90, 300]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sales[0]   # 120 — first element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sales[-1]  # 300 — last element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and Negative Indexing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[120, 200, 90, 300, 150]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print(sales[0])    # first day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print(sales[-1])   # last day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print(sales[2])    # third day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sales[2] = 95       # update a value in place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print(sales)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[120, 200, 95, 300, 150]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Slicing: Working with Sub-Lists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[120, 200, 90, 300, 150, 60, 400]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first_week = sales[0:5]     # indices 0 through 4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last_two = sales[-2:]       # last two elements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every_other = sales[::2]    # step of 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print(first_week)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print(last_two)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print(every_other)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[120, 200, 90, 300, 150]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[60, 400]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[120, 90, 150, 400]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syntax is list[start:stop:step] — stop is exclusive, and any part can be omitted.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of List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 index — list[i]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memory offset calculation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value — x in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need to check every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to end — list.append(x)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just fills the next free slot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 position — list.insert(i, 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following element must shift right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by position — del list[i]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following element must shift left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on a Customer Record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CRM stores customers as a list of dictionaries and needs Create, Read, Update, and Delete operations.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append a new customer dictionary — O(1)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search the list for a matching ID — O(n) unless indexed differently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find the customer, then modify their dictionary in place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find the customer's position, then remove it — O(n) because of the shift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CRUD on a List of Records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 = [{"id": 1, "name": "Ayşe"}, {"id": 2, "name": "Mert"}]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customers.append({"id": 3, "name": "Zeynep"})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find_customer(customers, cid):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 in customers: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c["id"] == cid: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c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find_customer(customers, 2)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c["name"] = "Mert Kaya"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 = [c for c in customers if c["id"] != 1]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print(customers)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[{'id': 2, 'name': 'Mert Kaya'}, {'id': 3, 'name': 'Zeynep'}]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Comprehensions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List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append(x) — add to the end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insert(i, x) — insert at a specific position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remove(x) — remove the first matching value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pop(i) — remove and return the item at position i (default: last)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/ reverse() — reorder the list in place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index(x) / count(x) — find a position / count occurrences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Methods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= ["review invoices", "update inventory"]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tasks.append("send report")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tasks.insert(1, "call supplier")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tasks.remove("update inventory")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last_task = tasks.pop()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print(tasks)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print("Removed:", last_task)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print("Position of 'call supplier':", tasks.index("call supplier"))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['review invoices', 'call supplier']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Removed: send report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of 'call supplier': 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syntax for creating a new list by applying an expression to each item of an existing iterable, optionally filtering with a condition — one line instead of a full for-loop.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= [x * x for x in range(5)]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equivalent to: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squares = []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for x in range(5):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   squares.append(x * x)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for Filtering and Transforming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= 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1, "total": 250.0},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2, "total": 980.0},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3, "total": 45.0},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Filter: orders above 100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big_orders = [o for o in orders if o["total"] &gt; 100]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Transform: just the totals, with 18% tax added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totals_with_tax = [round(o["total"] * 1.18, 2) for o in orders]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print(big_orders)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print(totals_with_tax)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[{'id': 1, 'total': 250.0}, {'id': 2, 'total': 980.0}]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[295.0, 1156.4, 53.1]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High-Value Orders for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team wants a quick list of every order above a threshold, from a much larger orders list, refreshed every time new orders arrive.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comprehension expresses exactly this in one readable line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 = [o for o in orders if o['total'] &gt; 5000]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both more concise and, in Python, typically faster than writing the equivalent explicit loop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Lists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List / Matrix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lists — commonly used to represent tabular data such as a spreadsheet, grid, or matrix, where the outer list holds rows and each inner list holds that row's columns.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sales_table = 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[120, 200, 90],   # Product A: Jan, Feb, Mar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[80, 150, 300],   # Product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sales_table[1][2]  # Product B, March -&gt; 300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Reading a 2D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sales_table = 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[120, 200, 90],    # Product A: Jan, Feb, Mar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[80, 150, 300],    # Product B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[60, 40, 55],      # Product C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print(sales_table[1][2])          # Product B, March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row_index, row in enumerate(sales_table):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print(f"Product {row_index}: total = {sum(row)}")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0: total = 410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1: total = 530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2: total = 155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a Spreadsheet as a 2D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MIS report exports monthly sales per product exactly the way it looks in a spreadsheet — rows of products, columns of months.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sales_table[i][j] naturally matches "cell in row i, column j" from the spreadsheet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totals and column totals both become simple loops or comprehensions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often the simplest structure before you need database-style querying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List vs. List of Dictionaries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columns are positional/numeric (e.g. months)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compact for pure numeric grids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meaning must be remembered separately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Dictionaries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each row has named fields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Self-describing: row['product'], row['total']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how real business records are modeled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Arrays/Lists Are — and Aren't — the Right Choice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fit: data has a natural order, and you mostly read by position or append to the end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fit: you need fast index-based access — reports, time series, ordered logs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fit: frequent insertions/removals in the middle of large lists — every shift is O(n)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fit: you need to search by value very often on large data — consider a dictionary instead (Week 10)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WEEK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List Insertion Becomes a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task-scheduling system frequently needs to insert new high-priority tasks at the front of a very large task list.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insert at the front is O(n) — every existing task shifts one position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thousands of insertions on a large list, this becomes a real performance bottleneck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week's structure — the linked list — is designed specifically to make this kind of insertion O(1)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When Working with Lists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list while iterating over it directly — can silently skip elements or cause errors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list.insert(0, x) or del list[0] repeatedly on large lists without realizing the O(n) cost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 copy: my_list2 = my_list1 creates a second reference to the same list, not an independent copy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slicing (my_list[:]) or list() does create an independent shallow copy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list to search by value very frequently instead of switching to a dictionary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vs. References — a Common Pitfall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[1, 2, 3]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= original          # same list, two names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= original[:]        # independent shallow copy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alias.append(4)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copy.append(99)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print("original:", original)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print("alias:", alias)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print("copy:", copy)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original: [1, 2, 3, 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alias: [1, 2, 3, 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copy: [1, 2, 3, 99]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and original are the same object in memory; copy is a separate list entirely.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 vs. Specialized Array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General-purpose, mixed types, everyday business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collections of a single numeric type, more memory-efficient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array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Numeric/scientific computing, vectorized math, data analysis at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Building an Inventory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Week 3 notebook, using a list of dictionaries for inventory items: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at least 5 items, each with name, quantity, and unit_price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list comprehension that returns items with quantity below 10 (low stock)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updates an item's quantity by name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inventory value using a comprehension plus sum()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per item is quantity * unit_price — sum that across a comprehension over all items.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list.insert(0, x) an O(n) operation instead of O(1)?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always re-sorts the list after insert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element must shift one position to make room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 secretly creates a new list every time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O(n) — it's actually O(1)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at the front means every other element needs to move over by one position, which takes time proportional to the list's length.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best structure for daily temperature readings you'll always access by day number (0, 1, 2, ...)?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keyed by day name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list/array indexed by day number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readings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string of all readings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ordered, numeric positions are exactly what arrays/lists are optimized for — O(1) access by index.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2D List Sales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2D list where rows are products and columns are quarters (Q1–Q4), write code that: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total sales for each product (row totals)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total sales for each quarter (column totals)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which product had the single highest quarter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a comment why a list of dictionaries might be clearer for a real report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totals need one loop per column index, summing sales_table[row][col] across all rows.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Recap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store elements in contiguous memory, giving O(1) index access; Python's list is a dynamic array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O(1), but insertion/deletion in the middle is O(n) because elements must shift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methods and comprehensions let you write concise, idiomatic CRUD operations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lists naturally represent tables — rows and columns — for numeric, positional data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excel at ordered, index-based access; frequent middle insertions point toward other structures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Linked Lists — a structure built specifically to make insertion and deletion fast, at the cost of index-based access.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3: Arrays, Lists and Basic Data Organization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2026-09-20T13:34:16Z</dcterms:created>
  <dcterms:modified xsi:type="dcterms:W3CDTF">2026-09-20T13:34:16Z</dcterms:modified>
</cp:coreProperties>
</file>