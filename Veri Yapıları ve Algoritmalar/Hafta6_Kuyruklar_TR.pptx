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Kuyruklar (Queue)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haftanın yığınının ayna görüntüsü disiplini — İlk Giren İlk Çıkar — gelen sırayla şeyleri işlemek için.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Bilişim Sistemleri · Veri Yapıları ve Algoritmalar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Neler Göreceğiz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ADT'si ve FIFO ilkesi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veri yapısına gömülü adalet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işlemler ve karmaşıklıkları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front, is_empty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 bir kuyruğu doğru uygulamak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bir listenin neden yanlış seçim olduğu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uygulamalar: talep kuyrukları, sipariş işleme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"İlk gelen ilk hizmet alır" nerede geçerliyse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kuyruklar, öncelik kuyrukları ve deque'ler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fikrin kullanışlı varyantları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Kuyrukların genişlik öncelikli aramayı nasıl güçlendirdiği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12'deki graflara bağlanan bir ön izleme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Nedir?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(Queue ADT)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Öğeleri İlk Giren İlk Çıkar (FIFO) sırasında saklayan soyut bir veri tipidir: en erken eklenen öğe her zaman ilk kaldırılan olur.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banka gişesindeki müşteri sırası: sıraya ilk katılan kişi, kim daha sonra katılırsa katılsın, ilk hizmet alan kişidir.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İlkesi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= İlk Giren İlk Çıkar — kuyruktaki en eski öğe her zaman ilk kaldırılır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Öğeler bir uçtan (arka/son) katılır ve diğer uçtan (ön/baş) ayrılır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adaletin veya geliş sırasının önemli olduğu herhangi bir süreci modeller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Yığınla (Hafta 5) karşılaştırın: Son Giren İlk Çıkar — zıt bir disiplin, zıt türde bir problem için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 Destek Talebi Kuyruğu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destek masası, aynı anda kaç talep gelirse gelsin, taleplerin müşterilerin gönderdiği sırayla ele alınacağını garanti etmelidir.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yeni talep geldiğinde arkaya eklenir (enqueue)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Temsilciler her zaman öndeki bir sonraki talebi alır — en uzun süre bekleyen sıradaki olur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ekstra bir muhasebe olmadan bir kuyruğun yapısal olarak sağladığı adalet garantisidir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İşlemleri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Temel Kuyruk İşlemi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6492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enqueue(x) — x'i kuyruğun arkasına ekle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 — öndeki öğeyi kaldır ve döndür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front() / peek() — öndeki öğeyi kaldırmadan döndür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is_empty() — kuyrukta öğe kalıp kalmadığını kontrol 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3703320" cy="448056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Yığınla Karşılaştırma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488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yığınla aynı dört işlem şekli, ama enqueue ve dequeue zıt uçlarda işlem yapar — bu tek fark LIFO'yu FIFO'ya çevirir.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İşlemlerinin Karmaşıklığı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Karmaşıklık (doğru uygulama)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Bilinen bir uca ekleme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Diğer bilinen uçtan kaldırma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front() / peek()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 öğeye doğrudan erişim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is_empty()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Sadece bir boyutu veya referansı kontrol eder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Kuyruk Uygulamak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Bir Python list Neden Kötü Bir Kuyruktur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liste.append() ile enqueue, liste.pop(0) ile dequeue yapmak cazip gelebilir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O(1)'dir, ama pop(0) O(n)'dir — ilk öğeyi kaldırmak kalan her öğeyi kaydırır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dequeue edilen bir kuyruk için bu, amaçlanan O(1) işlemini sessizce O(n)'e çevirir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collections.deque'i özellikle her iki ucu da O(1) yapmak için inşa edilmiştir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Kullanarak Kuyruk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Kuyruk: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self._ogeler = deque()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oge):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self._ogeler.append(oge)        # arkaya ekle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self._ogeler.popleft()   # önden kaldır — O(1)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front(self):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self._ogeler[0]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len(self._ogeler) == 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perde arkasında çiftli bağlı bir listedir — bu yüzden düz bir listenin aksine her iki ucu da O(1)'dir.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Liste Kullanarak Kuyruk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Kuyruk: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self.on_dugum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self.arka_dugum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oge):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dugum = Node(oge)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self.arka_dugum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self.on_dugum = self.arka_dugum = dugum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self.arka_dugum.sonraki = dugum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self.arka_dugum = dugum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deger = self.on_dugum.deger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self.on_dugum = self.on_dugum.sonraki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self.on_dugum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self.arka_dugum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deger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bir ön hem bir arka referans tutmak, enqueue ve dequeue'nun ikisini de O(1) yapan şeydir.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KARŞILAŞTIRMA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Tabanlı ile Bağlı-Liste Tabanlı Kuyruk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Hazır, oldukça optimize, iş parçacığı güvenli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Python kodunda en basit ve en yaygın seçim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Neredeyse her kullanım durumu için önerilen varsayılan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Bağlı Liste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Mekaniği anlamak için kullanışlı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deque'siz bir dilde kuyruk inşa ediyorsanız gerekli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sonuç için bakımı gereken daha fazla kod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Yazdırma Kuyruğu İçin Uygulama Seçmek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ofisin bir yazdırma kuyruğuna ihtiyacı var: belgeler gönderildikleri sırayla yazdırılır, ve kuyruk büyüdükçe hem ekleme hem kaldırma hızlı kalmalıdır.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burada doğru varsayılandır — her iki uçta O(1), iyi test edilmiş, doğru kullanımı basit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bir bağlı liste kuyruğu da işe yarardı, ama Python'da gerçek bir fayda olmadan kod ve bakım ekler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'sıradan', standart kütüphane seçiminin gerçekten en iyi mühendislik kararı olduğu bir durumdur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Müşteri Destek Kuyruğunu Simüle Etmek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talepler = deque()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talepler.append("Talep #1: fatura sorunu")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talepler.append("Talep #2: giriş problemi")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talepler.append("Talep #3: iade talebi")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talepler: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guncel = talepler.popleft()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print("Şu an işleniyor:", guncel)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Şu an işleniyor: Talep #1: fatura sorunu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Şu an işleniyor: Talep #2: giriş problemi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Şu an işleniyor: Talep #3: iade talebi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Gelen İlk Hizmet Alır Sipariş Hattı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e-ticaret deposu, vaat edilen kargo tarihlerini adil ve öngörülebilir tutmak için siparişleri kesinlikle verildikleri sırayla işler.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siparişler, sipariş boyutu veya müşteri seviyesi ne olursa olsun, geldikçe kuyruğa eklenir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Sevkiyat ekibi her zaman bir sonraki en eski işlenmemiş siparişi kuyruktan çıkarır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öncelik işleme (örn. hızlı kargo) farklı bir yapı gerektirir — kısaca ele alınacak bir öncelik kuyruğu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Kuyruk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Kuyruk (Circular Queue)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boyutlu bir tampon üzerinde uygulanan, ön ve arka konumların sona ulaştığında başa sarıldığı bir kuyruktur — asla kaydırmaya veya yeniden boyutlandırmaya ihtiyaç duymadan boşalan yuvaları yeniden kullanır.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Numaralı yerlere sahip dairesel bir otoparkı düşünün: son yer dolduğunda, bir sonraki araba var olmayan bir yer yerine tekrar 1 numaralı yeri kontrol eder.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 Sensör Verisi İçin Sabit Boyutlu Bir Tampon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izleme paneli, bir sensör akışından yalnızca en son 100 okumayı tutar, yeni okumalar geldikçe eskilerini otomatik olarak atar.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100 boyutlu bir dairesel kuyruk bunu doğal olarak ele alır: yeni bir okumayı enqueue edin, en eski yuva basitçe üzerine yazılır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Kaydırma yok, sınırsız bellek büyümesi yok — tampon her zaman tam olarak 100 okuma kalır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kalıp izleme, günlükleme ve gerçek zamanlı veri sistemlerinde yaygındır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Varyantlar: Öncelik Kuyruğu ve Deque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Kuyruğu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Kuyruğu (Priority Queue)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öğenin bir önceliği olduğu ve dequeue'nun her zaman en yüksek öncelikli öğeyi döndürdüğü — mutlaka ilk gelen olması gerekmeyen — kuyruk benzeri bir yapıdır.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 kuyrukları tipik olarak bir yığın (heap) ile uygulanır; ağaçları kapsadıktan sonra (Hafta 11) düzgünce inşa edeceğimiz ağaç tabanlı bir yapı.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Servis Triyajı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hastane acil servisi hastaları kesinlikle geliş sırasına göre tedavi edemez — az önce gelen kritik bir hasta, daha uzun süre bekleyen stabil bir hastadan önce görülmelidir.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tam olarak düz bir FIFO kuyruğunun ifade edemeyeceği şeydir — öncelik geliş sırası değil, aciliyettir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öncelik kuyruğu, geliş zamanından bağımsız olarak en yüksek öncelikli (en kritik) hastaya önce hizmet verir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Birçok gerçek zamanlama sistemi — CPU görev zamanlaması, ağ paketi işleme — tam olarak bu yapıyı kullanır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(Çift Uçlu Kuyruk)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ön ve arkada ayrı ayrı değil, her iki uçta da O(1) ekleme ve kaldırmaya izin veren bir kuyruktur — tek başına standart bir kuyruk veya yığından daha esnektir.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Python'ın collections.deque'i append(), appendleft(), pop() ve popleft()'i destekler — hepsi O(1).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İşlemleri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deque([2, 3, 4])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d.append(5)          # sağa ekle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d.appendleft(1)       # sola ekle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d.pop()               # sağdan kaldır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d.popleft()           # soldan kaldır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deque([1, 2, 3, 4, 5])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deque([2, 3, 4])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SENARYOSU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İşlemlerin Kayan Bir Penceresi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sahtecilik tespit sistemi, örüntü analizi için bellekte tam olarak en son 50 işlemi tutmalı, sürekli yenilerini ekleyip eskilerini düşürmeli.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appendleft() veya append() en yeni işlemi ekler; pencere dolduğunda diğer ucun pop'u en eskisini kaldırır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deque her iki ucu da O(1)'de ele alır, ki düz bir liste bunu "önden düşürme" tarafı için verimli yapamaz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tam "kayan pencere" kalıbı izleme ve gerçek zamanlı analitikte sürekli ortaya çıkar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Algoritmalarda Kuyruklar ve Özet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ÖN İZLEMESI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Kuyruklar Genişlik Öncelikli Aramayı Güçlendirir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Genişlik Öncelikli Arama (BFS), bir grafı veya ağacı seviye seviye keşfeder, daha derine inmeden önce tüm komşuları ziyaret eder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içeride bir kuyruk kullanır: bir düğümü ziyaret et, komşularını enqueue et, sonra ziyaret edilecek sıradaki düğümü dequeue et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düğümlerin başlangıç noktasından uzaklık sırasına göre ziyaret edilmesini garanti eder — FIFO'nun doğrudan bir sonucu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Graflar tanıtıldığında BFS'yi tam olarak uygulayacağız, ama arkasındaki kuyruk tam olarak bugün inşa ettiğimiz şeydir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 ÖN İZLEMESI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Destekli ile Kuyruk Destekli Gezinme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-&gt; Derinlik Öncelikli Arama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bir yolda mümkün olduğunca ilerler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çıkmaza girdiğinde geri döner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olarak özyineleme (çağrı yığını) veya açık bir yığınla uygulanır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-&gt; Genişlik Öncelikli Arama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derine inmeden önce tüm komşuları keşfeder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Ağırlıksız bir grafta en kısa yolu bulur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olarak açık bir kuyrukla uygulanır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Yığın ile Kuyruk, Yan Yana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Yığın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Kuyruk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Giren İlk Çıkar (LIFO)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Giren İlk Çıkar (FIFO)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Ekleme/kaldırma uçları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uç (üst)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Zıt uçlar (ön/arka)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alma, çağrı yığını, parantez eşleştirme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Talep kuyrukları, sipariş işleme, BFS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Python aracı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(append/pop)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collections.deque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Bir Kuyruk Oluşturmak ve Kullanmak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 not defterinizde, deque tabanlı Kuyruk sınıfını kullanarak: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yazdırma kuyruğu simüle edin: 5 yazdırma işini enqueue edin, sonra birer birer dequeue edip yazdırın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Kuyrukta şu anda 3'ten fazla öğe bekliyorsa True döndüren bir fonksiyon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 sınıfına bir boyut() metodu ekleyin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len(self._ogeler), boyut()'un ihtiyaç duyduğu her şeydir — deque kendi uzunluğunu O(1)'de takip eder.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kuyruk uygulamak için collections.deque neden düz bir Python listesine tercih edilir?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her durumda daha az bellek kullanır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liste.pop(0) O(n)'dir, deque'in popleft()'i O(1)'dir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append() metodunu desteklemez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bir fark yok — sadece bir stil tercihi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bir listenin başından kaldırmak kalan her öğeyi kaydırmayı gerektirir (O(n)); deque her iki ucu da O(1) yapmak için inşa edilmiştir.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acil servisin bir sonraki en kritik hastayı görmesi gerekiyor, mutlaka ilk gelen değil. Hangi yapı en iyi uyar?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bir FIFO kuyruğu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yığın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öncelik kuyruğu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bir kuyruk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öncelik kuyruğu öğelere geliş sırasına göre değil önceliğe göre hizmet verir — tam olarak bu triyaj gereksinimi.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Bir Deque ile Kayan Pencere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kullanarak, bir sayı akışı üzerinde sabit boyutlu bir kayan pencere uygulayın: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değer ekleyen ve pencere max_boyut'u aşarsa en eskisini kaldıran okuma_ekle(pencere, deger, max_boyut)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max_boyut=5 olan bir pencereye 10 değer ekleyerek test edin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pencerenin ortalamasını döndüren bir fonksiyon yazın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yorumda, 'en eskiyi kaldır' adımı için düz bir liste kullanmanın neden daha az verimli olacağını açıklayın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deque'te popleft(), en eski değeri O(1)'de kaldırır — düz bir listenin pop(0)'ı aynı iş için O(n) olurdu.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6 Özeti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kuyruk İlk Giren İlk Çıkar'ı zorlar — arkaya enqueue, önden dequeue, doğru uygulandığında ikisi de O(1)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collections.deque Python'da doğru araçtır — düz bir listenin pop(0)'ı sessizce O(n)'e mal olur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Dairesel kuyruklar sabit bir tamponu yeniden kullanır; öncelik kuyrukları geliş sırasına değil önem sırasına göre hizmet verir; deque'ler her iki uçta O(1) sağlar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 talep kuyruklarını, sipariş işlemeyi, kayan pencereleri ve izleme tamponlarını içerir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Kuyruklar genişlik öncelikli aramanın arkasındaki motordur, tıpkı yığınların derinlik öncelikli arama ve çağrı yığınının arkasında olduğu gibi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7: Özyinelemeli ve Arama Algoritmaları — özyinelemeli düşünmeye ve mümkün kıldığı arama algoritmalarına daha derin bir bakış.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 ve Algoritmalar — Hafta 6: Kuyruklar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2026-09-21T05:59:16Z</dcterms:created>
  <dcterms:modified xsi:type="dcterms:W3CDTF">2026-09-21T05:59:16Z</dcterms:modified>
</cp:coreProperties>
</file>