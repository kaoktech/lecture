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Diziler, Listeler ve Temel Veri Organizasyonu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 bir veri yapısına ilk derinlemesine bakışımız — sıralı koleksiyonların nasıl saklandığı, erişildiği ve işlendiği, ve bunun maliyeti.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Bilişim Sistemleri · Veri Yapıları ve Algoritmalar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Neler Göreceğiz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dizi nedir, Python'ın listesi nasıl farklıdır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Bitişik bellek ve dinamik yeniden boyutlandırma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İndeksleme, dilimleme ve temel işlemler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veriyle çalışmanın temel araç seti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liste işleminin karmaşıklığı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haftanın Big-O'sunu doğrudan uygulamak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liste metotları ve liste comprehension'ları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Kısa, Python'a özgü kod yazmak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boyutlu listeler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Tabloları ve ızgaraları temsil etmek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Dizilerin/listelerin ne zaman doğru seçim olduğu — ve olmadığı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haftaki bağlı listelere hazırlık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Nedir?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(Array)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 bir indeksle tanımlanan, bitişik (art arda) bellek konumlarında saklanan bir öğeler koleksiyonudur. Bitişik saklama, bir öğeye indeksle erişimi O(1) işlem yapan şeydir.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diziyi, hepsi aynı boyutta, yan yana duran numaralı posta kutularından oluşan bir sıra olarak düşünün — sıranın başlangıcını ve bir indeksi bilmek, nereye bakacağınızı tam olarak söyler.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 ile Python'ın list'i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bir dizi, oluşturulduğunda belirlenen sabit bir boyuta sahiptir ve genelde tek bir veri tipi tutar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Python'ın listesi dinamik bir dizidir: öğe eklendikçe veya çıkarıldıkça otomatik olarak yeniden boyutlanır, tipleri karıştırabilir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 arkasında Python yine de liste öğelerini bitişik, indekslenebilir bir bellek bloğunda tutar — bu yüzden indeksleme yine O(1)'dir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ders, bir dizinin yaptığı her şey için, artı daha fazla esneklikle, Python'ın listesini kullanır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Dizi ile Dinamik Dizi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Dizi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Oluşturulduğunda karar verilen sabit boyut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bellek verimli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boyutlandırma yeni bir dizi oluşturmak demektir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Dizi (Python list)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olarak büyür ve küçülür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sıra perde arkasında daha büyük bir blok ayırır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ortalamada O(1)'dir ("itfa edilmiş")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Satış Rakamlarını Saklamak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perakende gösterge paneli, mevcut ay için günde bir satış toplamını sırasıyla saklamalı ve herhangi bir günün toplamını anında bulabilmeli.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dizi/liste tam uyar: günler doğal olarak sıralıdır ve her gün sabit bir konuma (indekse) eşlenir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sales[0] 1. gündür, sales[14] 15. gündür — arama gerekmez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yalnızca verinin doğal, sabit bir sırası ve neredeyse sabit boyutu olduğu için sorunsuz çalışır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İndeksleme ve Temel İşlemler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İndeksleme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listedeki bir öğenin konumunu temsil eden, ilk öğe için 0'dan başlayan bir sayıdır. Python ayrıca sondan geriye doğru sayan negatif indeksleri de destekler.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satislar = [120, 200, 90, 300]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satislar[0]   # 120 — ilk öğe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satislar[-1]  # 300 — son öğe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İndeksleme ve Negatif İndeksleme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satislar = [120, 200, 90, 300, 150]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print(satislar[0])    # ilk gün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print(satislar[-1])   # son gün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print(satislar[2])    # üçüncü gün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satislar[2] = 95       # bir değeri yerinde güncelle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print(satislar)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[120, 200, 95, 300, 150]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Dilimleme: Alt Listelerle Çalışmak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satislar = [120, 200, 90, 300, 150, 60, 400]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ilk_hafta = satislar[0:5]     # 0'dan 4'e kadar indeksler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son_iki = satislar[-2:]       # son iki öğe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bir_atla = satislar[::2]      # 2 adım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print(ilk_hafta)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print(son_iki)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print(bir_atla)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[120, 200, 90, 300, 150]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[60, 400]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[120, 90, 150, 400]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Dilimleme sözdizimi liste[baslangic:bitis:adim] şeklindedir — bitiş hariçtir, her bölüm atlanabilir.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İşlemlerinin Karmaşıklığı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Karmaşıklık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İndeksle erişim — liste[i]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Doğrudan bellek ofseti hesabı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Değere göre arama — x in liste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öğenin kontrol edilmesi gerekebilir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 ekleme — liste.append(x)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itfa edilmiş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Genelde sadece bir sonraki boş yuvayı doldurur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Konuma ekleme — liste.insert(i, 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Sonraki her öğe sağa kaymalı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Konumla silme — del liste[i]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Sonraki her öğe sola kaymalı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Müşteri Kayıt Listesinde CRUD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bir CRM, müşterileri bir sözlük listesi olarak saklar ve Oluşturma, Okuma, Güncelleme, Silme işlemlerine ihtiyaç duyar.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Oluştur: yeni bir müşteri sözlüğü ekle — O(1)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Oku: eşleşen ID için listeyi ara — farklı şekilde indekslenmedikçe O(n)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Güncelle: müşteriyi bul, sonra sözlüğünü yerinde değiştir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Sil: müşterinin konumunu bul, sonra kaldır — kayma nedeniyle O(n)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Kayıt Listesinde CRUD Uygulamak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musteriler = [{"id": 1, "ad": "Ayşe"}, {"id": 2, "ad": "Mert"}]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Oluştur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musteriler.append({"id": 3, "ad": "Zeynep"})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Oku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musteri_bul(musteriler, mid):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m in musteriler: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m["id"] == mid: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Güncelle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musteri_bul(musteriler, 2)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m["ad"] = "Mert Kaya"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musteriler = [m for m in musteriler if m["id"] != 1]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print(musteriler)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[{'id': 2, 'ad': 'Mert Kaya'}, {'id': 3, 'ad': 'Zeynep'}]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Metotlar ve Comprehension'lar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Liste Metotları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append(x) — sona ekle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insert(i, x) — belirli bir konuma ekle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remove(x) — eşleşen ilk değeri kaldır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pop(i) — i konumundaki öğeyi kaldır ve döndür (varsayılan: son)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/ reverse() — listeyi yerinde yeniden sırala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index(x) / count(x) — bir konumu bul / oluşumları say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Metotları Aksiyonda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gorevler = ["faturaları incele", "envanteri güncelle"]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gorevler.append("rapor gönder")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gorevler.insert(1, "tedarikçiyi ara")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gorevler.remove("envanteri güncelle")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son_gorev = gorevler.pop()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print(gorevler)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print("Kaldırılan:", son_gorev)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print("'tedarikçiyi ara' konumu:", gorevler.index("tedarikçiyi ara"))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['faturaları incele', 'tedarikçiyi ara']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Kaldırılan: rapor gönder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'tedarikçiyi ara' konumu: 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Comprehension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bir yinelenebilirin her öğesine bir ifade uygulayarak, isteğe bağlı olarak bir koşulla filtreleyerek yeni bir liste oluşturmak için kısa bir sözdizimidir — tam bir for döngüsü yerine tek satır.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kareler = [x * x for x in range(5)]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şuna eşdeğerdir: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kareler = []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for x in range(5):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   kareler.append(x * x)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Filtreleme ve Dönüştürme için Comprehension'lar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siparisler = 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1, "toplam": 250.0},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2, "toplam": 980.0},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3, "toplam": 45.0},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Filtrele: 100'ün üzerindeki siparişler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buyuk_siparisler = [s for s in siparisler if s["toplam"] &gt; 100]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Dönüştür: sadece toplamlar, %18 vergi eklenmiş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vergili_toplamlar = [round(s["toplam"] * 1.18, 2) for s in siparisler]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print(buyuk_siparisler)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print(vergili_toplamlar)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[{'id': 1, 'toplam': 250.0}, {'id': 2, 'toplam': 980.0}]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[295.0, 1156.4, 53.1]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İnceleme İçin Yüksek Değerli Siparişleri İşaretlemek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risk ekibi, yeni siparişler her geldiğinde yenilenen, çok daha büyük bir sipariş listesinden bir eşiğin üzerindeki her siparişin hızlı bir listesini istiyor.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 comprehension'ı bunu tam olarak tek okunabilir satırda ifade eder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yuksek_risk = [s for s in siparisler if s['toplam'] &gt; 5000]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hem daha kısadır hem de Python'da genelde eşdeğer açık döngü yazmaktan daha hızlıdır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Boyutlu Listeler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Boyutlu Liste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Liste / Matris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Listelerin bir listesidir — genelde bir elektronik tablo, ızgara veya matris gibi tablo verisini temsil etmek için kullanılır; dış liste satırları tutar, her iç liste o satırın sütunlarını tutar.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satis_tablosu = 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[120, 200, 90],   # Ürün A: Oca, Şub, Mar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[80, 150, 300],   # Ürün 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satis_tablosu[1][2]  # Ürün B, Mart -&gt; 300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2D Liste Oluşturmak ve Okumak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satis_tablosu = 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[120, 200, 90],    # Ürün A: Oca, Şub, Mar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[80, 150, 300],    # Ürün B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[60, 40, 55],      # Ürün C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print(satis_tablosu[1][2])          # Ürün B, Mart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satir_no, satir in enumerate(satis_tablosu):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print(f"Ürün {satir_no}: toplam = {sum(satir)}")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Ürün 0: toplam = 410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Ürün 1: toplam = 530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Ürün 2: toplam = 155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Elektronik Tabloyu 2D Liste Olarak Temsil Etmek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YBS raporu, aylık ürün satışlarını elektronik tablodaki gibi dışa aktarır — ürün satırları, ay sütunları.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satis_tablosu[i][j], elektronik tablodan "i satırı, j sütunundaki hücre" ile doğal olarak eşleşir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toplamları ve sütun toplamları basit döngüler veya comprehension'lar haline gelir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genelde veritabanı tarzı sorgulamaya ihtiyaç duymadan önceki en basit yapıdır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REHBERI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Liste ile Sözlük Listesi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Liste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Sütunlar konumsal/sayısal olduğunda en iyisi (örn. aylar)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sayısal ızgaralar için çok kompakt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anlamı ayrıca hatırlanmalı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 Listesi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satırın adlandırılmış alanları olduğunda en iyisi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Kendini açıklar: satir['urun'], satir['toplam']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iş kayıtlarının modellenme biçimine daha yakın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REHBERI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Diziler/Listeler Ne Zaman Doğru Seçimdir — Ne Zaman Değildir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uyum: veri doğal bir sıraya sahip ve çoğunlukla konumla okuyorsunuz ya da sona ekliyorsunuz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uyum: hızlı indeks tabanlı erişime ihtiyacınız var — raporlar, zaman serileri, sıralı günlükler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uyum: büyük listelerin ortasında sık ekleme/çıkarma — her kayma O(n)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uyum: büyük veride çok sık değere göre arama yapmanız gerekiyor — bunun yerine bir sözlük düşünün (Hafta 10)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 ÖN İZLEMESI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 Eklemesi Ne Zaman Soruna Dönüşür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görev zamanlama sistemi, çok büyük bir görev listesinin başına sık sık yeni yüksek öncelikli görevler eklemek zorunda.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Baştaki her ekleme O(n)'dir — mevcut her görev bir konum kayar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bir listede binlerce ekleme ile bu gerçek bir performans darboğazı haline gelir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haftanın yapısı — bağlı liste — özellikle bu tür eklemeyi O(1) yapmak için tasarlanmıştır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UYGULAMALAR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Listelerle Çalışırken Yaygın Hatalar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liste üzerinde yineleme yaparken onu doğrudan değiştirmek — sessizce öğeleri atlayabilir veya hatalara yol açabilir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listelerde O(n) maliyetini fark etmeden tekrar tekrar liste.insert(0, x) veya del liste[0] kullanmak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kopya varsaymak: liste2 = liste1 aynı listeye ikinci bir referans oluşturur, bağımsız bir kopya değil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Dilimlemenin (liste[:]) veya list()'in gerçekten bağımsız sığ bir kopya oluşturduğunu unutmak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sözlüğe geçmek yerine çok sık değere göre arama için liste kullanmak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Kopyalar ile Referanslar — Yaygın Bir Tuzak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orijinal = [1, 2, 3]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takma_ad = orijinal          # aynı liste, iki isim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kopya = orijinal[:]          # bağımsız sığ kopya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takma_ad.append(4)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kopya.append(99)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print("orijinal:", orijinal)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print("takma_ad:", takma_ad)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print("kopya:", kopya)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orijinal: [1, 2, 3, 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takma_ad: [1, 2, 3, 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kopya: [1, 2, 3, 99]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takma_ad ve orijinal bellekte aynı nesnedir; kopya tamamen ayrı bir listedir.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 ile Özel Dizi Araçları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Araç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İyi Kullanım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amaçlı, karışık tipler, günlük iş mantığı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modülü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bir sayısal tipten büyük koleksiyonlar, daha bellek verimli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array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Sayısal/bilimsel hesaplama, vektörel matematik, büyük ölçekli veri analizi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Bir Envanter Listesi Oluşturmak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 not defterinizde, envanter öğeleri için bir sözlük listesi kullanarak: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5 öğe oluşturun, her biri ad, adet ve birim_fiyat içersin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Adedi 10'un altında olan öğeleri döndüren bir liste comprehension'ı yazın (az stok)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öğenin adedini adına göre güncelleyen bir fonksiyon yazın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comprehension ile sum() kullanarak toplam envanter değerini hesaplayın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Öğe başına toplam değer adet * birim_fiyat'tır — bunu tüm öğeler üzerinde bir comprehension ile toplayın.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liste.insert(0, x) neden O(1) yerine O(n) bir işlemdir?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insert'ten sonra listeyi her zaman yeniden sıralar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 açmak için mevcut her öğe bir konum kaymalıdır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 her seferinde gizlice yeni bir liste oluşturur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Aslında O(n) değildir — O(1)'dir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 eklemek, diğer her öğenin bir konum kaymasını gerektirir, bu da listenin uzunluğuyla orantılı zaman alır.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gün numarasına (0, 1, 2, ...) göre erişeceğiniz günlük sıcaklık okumaları için en iyi yapı hangisidir?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adına göre anahtarlanmış bir sözlük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numarasına göre indekslenmiş bir liste/dizi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Okumaların bir kümesi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okumaların tek bir string'i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Sabit, sıralı, sayısal konumlar tam olarak dizilerin/listelerin optimize edildiği şeydir — indeksle O(1) erişim.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2D Liste Satış Raporu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Satırların ürünler, sütunların çeyrekler (Q1–Q4) olduğu bir 2D liste verildiğinde, şunları yapan kod yazın: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ürün için toplam satışı yazdırır (satır toplamları)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çeyrek için toplam satışı yazdırır (sütun toplamları)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ürünün tek bir çeyrekte en yüksek satışa sahip olduğunu bulur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bir rapor için neden bir sözlük listesinin daha net olabileceğini bir yorumda açıklayın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toplamları, tüm satırlar boyunca satis_tablosu[satir][sutun] toplayan sütun indeksi başına bir döngü gerektirir.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 Özeti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Diziler öğeleri bitişik bellekte saklar, O(1) indeks erişimi sağlar; Python'ın listesi dinamik bir dizidir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 O(1)'dir, ama ortada ekleme/silme O(n)'dir çünkü öğeler kaymalıdır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metotları ve comprehension'lar kısa, Python'a özgü CRUD işlemleri yazmanızı sağlar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listeler tabloları — satırları ve sütunları — sayısal, konumsal veri için doğal olarak temsil eder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Listeler sıralı, indeks tabanlı erişimde üstündür; sık ortadan ekleme başka yapılara işaret eder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4: Bağlı Listeler — indeks tabanlı erişim pahasına, ekleme ve silmeyi hızlı yapmak için özel olarak tasarlanmış bir yapı.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3: Diziler, Listeler ve Temel Veri Organizasyonu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2026-09-20T13:36:01Z</dcterms:created>
  <dcterms:modified xsi:type="dcterms:W3CDTF">2026-09-20T13:36:01Z</dcterms:modified>
</cp:coreProperties>
</file>