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ve Arama Algoritmaları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düşünmeye ve mümkün kıldığı iki arama algoritmasına daha derin bir bakış.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Bilişim Sistemleri · Veri Yapıları ve Algoritmalar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Neler Göreceğiz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nedir, iki temel parçası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durum ve özyinelemeli durum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 yığını üzerinden özyinelemeyi izlemek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5'e geri bağlanmak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özyinelemeli problemler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Faktöriyel, bir listenin toplamı, Fibonacci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basit arama algoritması, özyinelemeli ve yinelemeli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böl ve fethet algoritması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ne zaman yardımcı olur — ne zaman olmaz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ile yineleme ödünleşimleri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Nedir?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(Recursion)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fonksiyonun, doğrudan cevaplanabilecek kadar basit bir duruma ulaşana kadar aynı problemin daha küçük bir versiyonunda kendini çağırarak problemi çözdüğü bir tekniktir.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şirketin organizasyon şemasının yüksekliğini bulmak için şunu sorabilirsiniz: "1 + doğrudan raporlarımın alt ağaçları arasındaki en yüksek yükseklik" — aynı soru, giderek daha küçük parçalarda sorulur.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Özyinelemeli Fonksiyonun İki Temel Parçası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durum — problemin daha fazla özyineleme olmadan doğrudan cevaplanan en basit versiyonu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durum — problemi daha küçük bir versiyona böler ve çözmek için kendini çağırır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özyinelemeli çağrı ölçülebilir şekilde taban duruma daha yakın olmalıdır, aksi halde asla sonlanmaz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veya ulaşılamaz taban durum = sonsuz özyineleme = bir yığın taşması (Hafta 5)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Faktöriyel: İlk Özyinelemeli Fonksiyon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faktoriyel(n):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                  # taban durum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faktoriyel(n - 1)  # özyinelemeli durum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print(faktoriyel(5))   # 5 * 4 * 3 * 2 * 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her çağrıda 1 azalır, sonunda taban durum n == 0'a ulaşmasını garanti eder.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Özyinelemeyi İzlemek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faktoriyel(3) Gerçekte Nasıl Çalışır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faktoriyel(3), faktoriyel(2)'yi çağırır, o da faktoriyel(1)'i çağırır, o da faktoriyel(0)'ı çağırır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faktoriyel(0) taban duruma ulaşır ve 1 döndürür — daha fazla çağrı yok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bekleyen çağrı şimdi ters sırada biter: faktoriyel(1) 1 döndürür, faktoriyel(2) 2 döndürür, faktoriyel(3) 6 döndürür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ters sırada çözülme, tam olarak Hafta 5'teki çağrı yığını davranışıdır — özyineleme ve yığınlar aynı fikirdir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faktoriyel(3) Hesaplanırken Çağrı Yığını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faktoriyel(3)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faktoriyel(2)'yi bekliyor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7467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7759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475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faktoriyel(2)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1475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faktoriyel(1)'i bekliyor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2930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3222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938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faktoriyel(1)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6938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faktoriyel(0)'ı bekliyor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8393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C179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2401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faktoriyel(0)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2401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durum: 1 döndürür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Listenin Toplamı, Özyinelemeli Olarak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liste_toplami(ogeler):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len(ogeler) == 0:              # taban durum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ogeler[0] + liste_toplami(ogeler[1:])   # özyinelemeli durum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print(liste_toplami([120, 45, 300, 75]))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çağrı bir öğeyi ele alır ve geri kalanını devreder — liste her çağrıda bir öğe küçülür.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Organizasyon Şemasından Toplam Çalışan Sayısını Hesaplamak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İK sistemi, verilen bir yöneticinin altındaki toplam çalışan sayısına ihtiyaç duyar, ki her çalışanın kendi doğrudan raporları herhangi bir derinlikte iç içe olabilir.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durum: doğrudan raporu olmayan bir çalışan sadece kendisini katkıda bulunur — 1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durum: bir çalışanın toplamı, 1 artı her doğrudan raporun toplamıdır (aynı şekilde hesaplanır)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iç içe, kendine benzer yapı tam olarak özyinelemenin temiz bir şekilde ifade etmek için inşa edildiği şeydir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ile Yineleme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ile Yinelemeli Çözümler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Genelde problemin doğal yapısını yansıtır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içe/ağaç benzeri veri için daha okunabilir olabilir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 yığını belleği kullanır — derin özyineleme taşma riski taşır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Yinelemeli (döngüler)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Genelde daha bellek verimli — çağrı yığını büyümez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olarak özyinelemeli problemler için daha az okunabilir olabilir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çok derin veya performans kritik durumlarda tercih edilir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Fibonacci: Özyinelemeli ve Yinelemeli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fib_ozyinelemeli(n):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fib_ozyinelemeli(n - 1) + fib_ozyinelemeli(n - 2)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fib_yinelemeli(n):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print(fib_ozyinelemeli(10), fib_yinelemeli(10))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55 55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cevap, çok farklı maliyet: saf özyinelemeli Fibonacci aynı değerleri tekrar tekrar hesaplar — üstel zaman.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Uyarı Notu: Saf Özyinelemeli Fibonacci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fib_ozyinelemeli(n) her çağrıda kendini iki kez çağırır, aynı küçük değerlerin çoğunu tekrar tekrar hesaplar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onu O(2ⁿ) yapar — küçük n için kullanılabilir, büyük n için kullanılamayacak kadar yavaş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Yinelemeli sürüm O(n)'dir — bu özel problem için çarpıcı derecede daha iyi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Ders: özyineleme zariftir, ama ihtiyaç duymadığı işi tekrar yapıp yapmadığını kontrol etmeye her zaman değer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Düzeltmek: Memoization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onbellek = {}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onbellek: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onbellek[n]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sonuc = fib_memo(n - 1) + fib_memo(n - 2)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onbellek[n] = sonuc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sonuc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print(fib_memo(50))   # anlık, saf özyinelemeyle imkansız derecede yavaşa karşı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12586269025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sonucu ilk hesaplandığında saklamak ("memoize etmek") O(2ⁿ)'i O(n)'e çevirir — aynı özyinelemeli yapı, çok daha az tekrar eden iş.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UYGULAMALAR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Özyineleme Hataları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durumu tamamen unutmak, ya da hiç ulaşılmayan bir taban durum yazmak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her özyinelemeli çağrıda ölçülebilir şekilde küçültmemek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döngünün daha net olacağı ve daha az bellek kullanacağı basit, düz yineleme için özyineleme kullanmak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alt problemin tekrar tekrar yeniden hesaplanıp hesaplanmadığını kontrol etmemek (saf Fibonacci'deki gibi)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İçe Bir Klasör Yapısında Arama Yapmak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belge yönetim sisteminin, herhangi bir derinliğe kadar herhangi sayıda iç içe alt klasör içerebilen bir klasörün herhangi bir yerinde ada göre bir dosya bulması gerekiyor.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durum: alt klasörü olmayan bir klasör — sadece dosyalarını doğrudan kontrol edin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durum: bu klasörün dosyalarını kontrol edin, sonra her alt klasörü aynı şekilde özyinelemeli olarak arayın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 yapısının kendi iç içe şekli, özyinelemeli fonksiyonun yapısıyla tam olarak yansıtılır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Göreceğiniz Özyineleme Kalıpları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Kalıp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Şekil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özyineleme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Çağrı başına bir özyinelemeli çağrı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faktoriyel, liste_toplami, dogrusal_arama_ozyinelemeli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 ve fethet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küçük alt problemlere böler, genelde yarıya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ikili_arama, birleştirme sıralaması (Hafta 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Ağaç özyinelemesi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Çağrı başına birden çok özyinelemeli çağrı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fib_ozyinelemeli, ağaç gezinme (Hafta 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İçe Listelerin Özyinelemeli Toplamı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derin_toplam(veri):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toplam = 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oge in veri: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isinstance(oge, list):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toplam += derin_toplam(oge)      # iç içe listeye özyinele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toplam += oge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toplam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bolgesel_satislar = [120, [45, 30], [80, [15, 25]], 60]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print(derin_toplam(bolgesel_satislar))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Keyfi derecede iç içe geçmiş satış verisi (bölgeler içinde bölgeler), iç içe geçme derinliği önceden bilinmeden doğru bir şekilde toplanır.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Özeti: Bu Haftanın Algoritmaları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İyi Durum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Kötü Durum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 Veri Gerekir mi?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arama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İkili arama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özyinelemeli Fibonacci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Memoize edilmiş Fibonacci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Algoritmaları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 (Linear Search)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bulunana veya koleksiyon tükenene kadar bir koleksiyondaki her öğeyi birer birer kontrol eder. Sıralı olsun olmasın herhangi bir listede çalışır.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kağıt fatura yığınını üstten birer birer tarayarak belirli bir faturayı aramak.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Arama: Yinelemeli ve Özyinelemeli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dogrusal_arama_yinelemeli(ogeler, hedef):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deger in enumerate(ogeler):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deger == hedef: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dogrusal_arama_ozyinelemeli(ogeler, hedef, indeks=0):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indeks == len(ogeler):        # taban durum: sona ulaşıldı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ogeler[indeks] == hedef:      # taban durum: bulundu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indeks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dogrusal_arama_ozyinelemeli(ogeler, hedef, indeks + 1)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print(dogrusal_arama_yinelemeli([4, 8, 15, 16], 15))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print(dogrusal_arama_ozyinelemeli([4, 8, 15, 16], 15))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 Karmaşıklığı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Karmaşıklık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durum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kontrol edilen ilk öğe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kötü durum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sonuncu, ya da yok — her şeyi kontrol 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durum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veride, yaklaşık yarısının kontrol edilmesi beklenir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Gereksinim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Sırasız veride çalışır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 (Binary Search)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veri üzerinde bir böl ve fethet araması: hedefi orta öğeyle karşılaştırın, sonra hâlâ içerebilecek yarıya özyinelenin, diğer yarıyı tamamen atın.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Basılı bir telefon rehberinde bir isim aramak: ortaya açarsınız, ismin hangi yarıda olduğuna karar verirsiniz ve tekrarlarsınız — atılan yarıyı asla taramazsınız.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Arama, Özyinelemeli Olarak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ikili_arama(ogeler, hedef, alt=0, ust=None):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ust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ust = len(ogeler) - 1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alt &gt; ust:                     # taban durum: bulunamadı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orta = (alt + ust) // 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ogeler[orta] == hedef:         # taban durum: bulundu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orta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ogeler[orta] &lt; hedef: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ikili_arama(ogeler, hedef, orta + 1, ust)   # sağ yarıda ara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ikili_arama(ogeler, hedef, alt, orta - 1)   # sol yarıda ara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sirali_idler = [2, 5, 8, 12, 16, 23, 38, 45, 56, 72]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print(ikili_arama(sirali_idler, 23))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çağrı kalan verinin yarısını eler — bu tam olarak Hafta 2'deki O(log n) davranışıdır.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Bir Katalogda SKU'ya Göre Ürün Aramak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envanter sistemi koda göre sıralanmış 500.000 SKU saklar ve taranan bir SKU'nun var olup olmadığını mümkün olduğunca hızlı kontrol etmelidir.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 en kötü durumda 500.000 öğeye kadar kontrol ederdi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 en fazla yaklaşık 19 karşılaştırma gerektirir (log₂ 500.000 ≈ 19) — Hafta 2'deki tam O(log n) avantajı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yalnızca veri sıralı olduğu için mümkündür — ikili arama sıralı olmayan veride kullanılamaz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 ile İkili Arama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Arama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İkili Arama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 veri gerektirir mi?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kötü durum karmaşıklığı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Basitlik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basit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Biraz daha karmaşık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kullanım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veya sırasız veri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Büyük, sıralı, sık aranan veri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Gerçekten Ne Zaman Yardımcı Olur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doğal olarak özyinelemeli/iç içe bir yapıya sahip — organizasyon şemaları, dosya sistemleri, ağaçlar (Hafta 11)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böl ve fethet stratejisi uygulanabilir — ikili arama ve daha sonra birleştirme sıralaması ve hızlı sıralama (Hafta 8–9)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sürüm yinelemeliden anlamlı derecede daha net, ve derinlik sınırlı ve güvenli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işi sessizce tekrar tekrar hesapladığında saf özyinelemeden kaçının — önce bu kalıbı kontrol edin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Özyinelemeli Düşünme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7 not defterinizde, şu özyinelemeli fonksiyonları yazın: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döngü yerine özyineleme kullanarak n, n-1, ..., 1, "Kalkış!" yazdıran geri_sayim(n)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listedeki en büyük değeri özyinelemeli olarak bulan liste_max(ogeler)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Küçülen alt string'ler üzerinde özyineleme kullanarak bir string'in ileri ve geri aynı okunup okunmadığını kontrol eden palindrom_mu(s)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palindrom_mu için taban durum 0 veya 1 uzunluğunda bir string'dir; özyinelemeli durum ilk ve son karakterleri karşılaştırır, sonra ortasına özyineler.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bir fonksiyonun taban durumu bazı girdiler için ulaşılamazsa ne olur?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otomatik olarak düzeltir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Biraz daha yavaş çalışır ama doğru biter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Sonsuza kadar özyineler, sonunda bir yığın taşmasına neden olur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Hemen None döndürür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Ulaşılabilir bir taban durum olmadan, her çağrı bellek tükenene kadar çağrı yığınına yeni çerçeveler itmeye devam eder — bir yığın taşması.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 neden sırasız bir listede doğrudan kullanılamaz?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olarak kullanılabilir, sadece daha yavaş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öğeyle karşılaştırmak, sadece veri sıralıysa hangi yarıda arama yapılacağını söyler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 sadece sayılarda çalışır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değil bağlı liste gerektirir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aramanın tüm mantığı, ortanın bir tarafındaki her şeyin daha küçük/büyük olduğunu bilmeye dayanır — bu garanti yalnızca sıralı veri için geçerlidir.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İkili Arama Uygulaması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Slaytlardaki ikili_arama fonksiyonunu kullanarak, not defterinizde: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20 ürün ID'sinden oluşan bir listede, bazıları mevcut bazıları olmayan 5 farklı hedef arayın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ikili_arama'yı kaç karşılaştırma yaptığını sayıp yazdıracak şekilde değiştirin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sayıyı, aynı hedefler için doğrusal aramanın kaç karşılaştırma gerektireceğiyle karşılaştırın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yorumda, liste büyüdükçe farkın neden büyüdüğünü açıklayın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ogeler[orta] hedefle her karşılaştırıldığında artan bir sayaç parametresi (veya bir nonlocal değişken) ekleyin.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7 Özeti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Özyineleme, bir problemi daha küçük bir versiyonunda kendini çağırarak çözer, bir taban durum ve bir özyinelemeli durum gerektirir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çağrılar çağrı yığınında takip edilir — Hafta 5'te incelenen aynı yapı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 doğal olarak iç içe problemlerde parlar, ama saf özyineleme sessizce işi yeniden hesaplayabilir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 (O(n)) herhangi bir veride çalışır; ikili arama (O(log n)) sıralı veri gerektirir ama çarpıcı derecede daha hızlıdır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arama ilk gerçek böl ve fethet algoritmamızdır — sıralamada tekrar göreceğimiz bir kalıp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8: Sıralama Algoritmaları I — basit sıralama algoritmaları ve arkalarındaki O(n²) ödünleşimleri.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7: Özyinelemeli ve Arama Algoritmaları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2026-09-21T06:03:52Z</dcterms:created>
  <dcterms:modified xsi:type="dcterms:W3CDTF">2026-09-21T06:03:52Z</dcterms:modified>
</cp:coreProperties>
</file>