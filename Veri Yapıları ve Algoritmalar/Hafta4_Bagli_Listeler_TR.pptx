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645920"/>
            <a:ext cx="5029200" cy="5029200"/>
          </a:xfrm>
          <a:prstGeom prst="ellipse">
            <a:avLst/>
          </a:prstGeom>
          <a:solidFill>
            <a:srgbClr val="16335C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12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Listeler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Listelerin bize verdiği anlık indeks erişimi pahasına, ekleme ve silmeyi hızlı yapmak için özel olarak inşa edilmiş bir yapı.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Bilişim Sistemleri · Veri Yapıları ve Algoritmalar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Neler Göreceğiz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63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63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liste nedir, bellekte nasıl yapılandırılır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05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Düğümler, referanslar ve geçen haftanın problemini nasıl çözdükleri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3354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33354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24028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Python'da sıfırdan bir bağlı liste oluşturmak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6776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ve LinkedList sınıfları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11078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11078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01752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 ile çiftli bağlı listeler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4500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yönlü ile iki yönlü gezinme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79476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8802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8802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79476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işlemler ve karmaşıklıkları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2224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Ekleme, silme, arama, gezinme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57200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66526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6652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57200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bağlı listeler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99948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Kullanışlı bir varyanta kısa bir bakış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34924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4425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425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3492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Diziler ile bağlı listeler arasında seçim yapmak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7767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Yapıyı işlemle eşleştirmek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Liste Nedir?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Liste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Liste (Linked List)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düğümün bir değer ve bir sonraki düğüme bir referans ("işaretçi") tuttuğu düğümlerden oluşan doğrusal bir veri yapısıdır. Bir diziden farklı olarak, düğümler bitişik bellekte saklanmaz — herhangi bir yerde olabilirler, yalnızca bu referanslarla bağlanırlar.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hazine avını düşünün: her ipucu (düğüm) size bulduğunuz değeri ve sonra nereye gideceğinizi söyler — diğer tüm ipuçlarının fiziksel olarak nerede olduğunu bilmenize gerek yoktur.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MOTIVASYON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Listeler Neden Var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hafta bir listenin başına eklemenin O(n) olduğunu gördük — her öğe kaymak zorunda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bağlı liste, doğru yere zaten bir referansınız varsa, bir düğüm ekleme veya silmeyi O(1) yapar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Ödünleşim: anlık indeks erişimini kaybedersiniz — 5. düğüme ulaşmak için baştan, bir bağlantı bir bağlantı yürümeniz gerekir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doğrudan, bilinçli bir ödünleşimdir: hızlı ekleme ve silme kazanmak için hızlı rastgele erişimden vazgeçmek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KARŞILAŞTIRMA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Dizi/Liste Belleği ile Bağlı Liste Belleği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/ Python list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Öğeler tek bir bitişik bellek bloğunda oturur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 matematiği doğrudan herhangi bir öğeye atlar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Ortaya ekleme, sonrasındaki her şeyi kaydırır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Liste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Düğümler bellekte yer olan her yere dağılmıştır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düğüm bir sonraki düğüme bir referans saklar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Ekleme yalnızca birkaç referansı yeniden yönlendirmektir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Ekleme Yapan Bir Görev Zamanlayıcı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operasyon sistemi, çok uzun bir görev kuyruğunun başına sürekli yeni yüksek öncelikli görevler ekler.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listeyle, başa her ekleme diğer her görevi kaydırır — O(n), ve ölçekte hızla birikir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bağlı listeyle, başa eklemek bir yeni düğüm oluşturmak ve bir referansı güncellemek demektir — O(1)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tam olarak geçen haftanın ön izlemesindeki durum, şimdi onu çözen yapıyla birlikte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Python'da Bir Bağlı Liste Oluşturmak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Sınıfı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deger):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self.deger = deger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self.sonraki = None   # sonraki düğüme referans; None "son" demektir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birinci = Node("Sipariş #101")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ikinci = Node("Sipariş #102")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birinci.sonraki = ikinci   # iki düğümü elle bağlama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print(birinci.deger, "-&gt;", birinci.sonraki.deger)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Sipariş #101 -&gt; Sipariş #102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bağlı listenin inşa edildiği atom budur: bir değer, artı sonrasına bir işaretçi.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 Sınıfı: head ve append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LinkedList: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None   # ilk düğüme referans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append(self, deger):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yeni_dugum = Node(deger)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self.head is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self.head = yeni_dugum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gecerli = self.head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gecerli.sonraki is not None:   # son düğüme kadar yürü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gecerli = gecerli.sonraki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gecerli.sonraki = yeni_dugum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append(), sonu bulmak için tüm listeyi yürümeli — ayrı bir kuyruk referansı tutmadıkça O(n).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Listeyi Gezinme ve Yazdırma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LinkedList: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 (head, append öncekinden)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listeye_donustur(self):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degerler = []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gecerli = self.head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gecerli is not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degerler.append(gecerli.deger)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gecerli = gecerli.sonraki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degerler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siparisler = LinkedList()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siparisler.append("Sipariş #101")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siparisler.append("Sipariş #102")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siparisler.append("Sipariş #103")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print(siparisler.listeye_donustur())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['Sipariş #101', 'Sipariş #102', 'Sipariş #103']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Liste İşlemlerinin Karmaşıklığı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 Bağlı Liste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Konuma göre erişim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Head'den yürünmeli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Değere göre arama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ile aynı — kısayol yok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Başa ekleme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Düğüm oluştur, head'i yeniden yönlendir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 ekleme (kuyruk işaretçisi yok)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 sona kadar yürünmeli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 ekleme (kuyruk işaretçisiyle)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Yaygın bir optimizasyon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Bilinen bir düğümü silme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Ona bir referansınız olduğunda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 ile Çiftli Bağlı Listeler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 Bağlı Liste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 Bağlı Liste (Singly Linked List)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düğüm yalnızca ileriye, bir sonraki düğüme işaret eder. Yalnızca tek yönde — head'den sona doğru — gezinebilirsiniz.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yönlü bir sokak gibi: düğüm düğüm ilerleyebilirsiniz, ama bulunduğunuz yerden geriye bakmanın bir yolu yoktur.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Çiftli Bağlı Liste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Çiftli Bağlı Liste (Doubly Linked List)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düğüm iki referans tutar: biri sonraki düğüme, biri önceki düğüme. Bu, düğüm başına ekstra bellek karşılığında her iki yönde de gezinmeye izin verir.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yönlü bir sokak gibi: herhangi bir düğümden ileri veya geri adım atabilirsiniz.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KARŞILAŞTIRMA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 ile Çiftli Bağlı Liste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 Bağlı Liste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Düğüm başına bir referans (sonraki)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Düğüm başına daha az bellek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düğümü silmek önceki düğüme de bir referans gerektirir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Çiftli Bağlı Liste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Düğüm başına iki referans (sonraki, önceki)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Düğüm başına daha fazla bellek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düğümü doğrudan silebilir, geriye gezinebilirsiniz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Çiftli Bağlı Bir Düğüm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CiftliDugum: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deger):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self.deger = deger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self.sonraki = None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self.onceki = None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sayfa1 = CiftliDugum("anasayfa")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sayfa2 = CiftliDugum("urunler")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sayfa1.sonraki = sayfa2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sayfa2.onceki = sayfa1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print(sayfa2.onceki.deger, "-&gt;", sayfa2.deger)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anasayfa -&gt; urunler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Geri/İleri Geçmişi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tarayıcı, kullanıcının sayfa geçmişinde sırasıyla hem geri hem ileri hareket etmesine izin vermeli.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Ziyaret edilen her sayfa bir düğümdür; "Geri" önceki referansı, "İleri" sonraki referansı izler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 bağlı bir liste "Geri"yi verimli desteklemez — geriye bakmanın bir yolu yoktur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Çiftli bağlı bir liste bu gereksinimle tam olarak eşleşir, her iki yönde de, adım başına O(1)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İşlemlerin Derinlemesine İncelenmesi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 Ekleme: O(1)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LinkedList: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None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basa_ekle(self, deger):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yeni_dugum = Node(deger)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yeni_dugum.sonraki = self.head   # yeni düğümü eski head'e bağla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yeni_dugum           # yeni düğüm head olur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siparisler = LinkedList()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siparisler.append("Sipariş #101")   # önceki bölümden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siparisler.basa_ekle("ACİL Sipariş #999")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print(siparisler.listeye_donustur())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['ACİL Sipariş #999', 'Sipariş #101']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Kaydırma gerekmez — listenin uzunluğundan bağımsız olarak sadece iki referans güncellemesi.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Değere Göre Bir Düğümü Silmek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sil(self, deger):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self.head is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self.head.deger == deger:      # head düğümünü silmek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self.head.sonraki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gecerli = self.head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gecerli.sonraki is not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gecerli.sonraki.deger == deger: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gecerli.sonraki = gecerli.sonraki.sonraki   # hedef düğümü atla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gecerli = gecerli.sonraki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Düğümü bulmak O(n)'dir, ama bulunduktan sonra kaldırmak tek bir referans güncellemesidir.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Geri Alma Özelliği Uygulamak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belge düzenleyicisi, sürekli işleyen bir düzenleme geçmişinden en son eylemi kaldıran bir geri alma özelliğini desteklemeli.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yeni eylem head'e eklenir — O(1), en son eylem her zaman en kolay ulaşılan olur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alma head düğümünü kaldırır — O(1), geçmişin geri kalanının kaydırılması gerekmez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 bir liste de bunu yapabilirdi, ama bir bağlı liste amacı (en-yeni-önce) yapısal olarak açık hale getirir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Gezinme Ödünleşimi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 bir konuma "ulaşmayı" gerektiren her işlem — indeksle erişim, değere göre arama — O(n)'dir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listeler, Python listesinin O(1) indeks erişimini tamamen feda eder; liste[i]'ye eşdeğer bir kısayol yoktur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bağlı listeler özellikle head/tail ekleme ve silme için parlar, rastgele erişim için değil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indeks erişimi gerektiren bir problem için bağlı liste seçmek yanlış bir ödünleşim olurdu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Bağlı Listeler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Bağlı Liste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Bağlı Liste (Circular Linked List)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düğümün referansının None yerine ilk düğüme geri işaret ettiği bir bağlı listedir — gerçek bir "son" yoktur, sadece sürekli bir döngü vardır.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sürecin sonuncudan sonra başa dönerek sabit bir öğe kümesi arasında süresiz döngü yapması gerektiğinde kullanışlıdır.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Sırayla (Round-Robin) Görev Ataması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destek sistemi, her yeni gelen talebi, tüm gün boyunca tekrar tekrar temsilci listesinde dönerek bir sonraki müsait temsilciye atar.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Temsilcilerin dairesel bağlı bir listesi, "mevcut temsilci" işaretçisinin her seferinde basitçe .sonraki'ye geçmesini sağlar — ilk temsilciye geri dönmek için özel bir durum gerekmez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bir listeyle, döngüye girmek sonu kontrol etmeyi ve bir indeksi elle sıfırlamayı gerektirir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yapı, sürecin tekrarlayan, döngüsel doğasını yapısal olarak yerleştirir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Diziler ile Bağlı Listeler Arasında Seçim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REHBERI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Diziler/Listeler ile Bağlı Listeler, Yan Yana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 / Liste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Bağlı Liste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İndeksle erişim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Değere göre arama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Başa ekleme/silme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 ekleme/silme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itfa edilmiş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Kuyruk işaretçisiyle 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Öğe başına ekstra bellek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Daha yüksek (referanslar saklar)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REHBERI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Hangisini Seçmeli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dizi/liste seçin: hızlı indeks tabanlı erişime ihtiyacınız varsa, ya da çoğunlukla sona ekliyorsanız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bağlı liste seçin: sık sık başa ya da bilinen bir konumda ortaya ekleme/silme yapıyorsanız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Çiftli bağlı liste seçin: ayrıca geriye gezinmeniz gerekiyorsa, örn. geri alma/yineleme, tarayıcı geçmişi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Pratikte, Python'ın hazır listesi o kadar iyi optimize edilmiştir ki özel bağlı listeler genelde yalnızca ekleme deseni gerçekten gerektirdiğinde kullanılır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Müzik Çalma Listesi İçin Yapı Seçmek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medya oynatıcı, "sonraki parça" ve "önceki parça" gezinmesini, artı çalma sırasına herhangi bir noktada bir şarkı eklemeyi desteklemeli.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Keyfi noktalarda sık ekleme, artı geriye gezinme, ikisi de çiftli bağlı bir listeye işaret eder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şarkıları yeniden sıralama olmadan yalnızca sabit sırada çalsaydı, düz bir liste daha basit ve yeterli olurdu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seçim her zaman hangi işlemlerin gerçekten en sık gerçekleştiğine bağlıdır — hangi yapının daha ileri düzey hissettirdiğine değil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LinkedList Sınıfını Genişletmek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4 not defterinizde, bu haftaki örneklerdeki LinkedList sınıfını genişleterek şunları ekleyin: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basa_ekle(deger) metodu (head'e ekleme)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sil(deger) metodu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 döndüren bir ara(deger) metodu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Gezinme sırasında düğümleri sayarak len(listem)'in çalışması için bir __len__ metodu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ve ara() ikisi de tüm listeyi yürümeyi gerektirir — kısayol yoktur, bu bir bağlı liste için beklenendir.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bağlı listenin başına eklemek neden O(1) ama bir Python listesinin başına eklemek neden O(n)'dir?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listeler her zaman listelerden daha hızlıdır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bağlı liste sadece birkaç referansı güncellemeli; bir liste her öğeyi kaydırmalı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listeleri başa eklemeyi desteklemez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Aslında ikisi için de aynı karmaşıklıktır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bağlı listenin düğümleri bitişik saklanmaz, bu yüzden yeni bir head düğümü eklemek sadece referansları yeniden yönlendirmektir — kaydırma gerekmez.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tarayıcının Geri ve İleri düğmelerini en iyi hangi yapı destekler?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 bağlı bir liste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Çiftli bağlı bir liste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düz bir Python listesi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bağlı bir liste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ve İleri, mevcut konumdan her iki yönde de O(1) hareket gerektirir — tam olarak çiftli bağlı bir listenin sonraki/önceki referanslarının sağladığı şey.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Bağlı Liste ile Geri Alma Geçmişi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Head'in her zaman en son eylem olduğu bir bağlı liste kullanarak basit bir geri alma geçmişi uygulayın: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bir eylemi başa ekleyen eylem_ekle(gecmis, eylem) yazın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son eylemi kaldırıp döndüren geri_al(gecmis) yazın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4 eylemle test edin, 2'sini geri alın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yorumda, burada append yerine prepend'in neden doğru seçim olduğunu açıklayın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basa_ekle en son eylemi head'de tutar, bu yüzden geri alma her zaman head'i kaldırmaktır — O(1).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4 Özeti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listeler, bellekte dağılmış, referanslarla bağlanmış düğümler saklar, indeks erişimini hızlı ekleme/silme için feda eder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 bağlı listeler tek yönde gezinir; çiftli bağlı listeler iki yönlü gezinme için bir önceki referansı ekler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Bilinen bir konuma ekleme/silme O(1)'dir; erişim ve arama O(n) kalır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bağlı listeler "son" kavramını kaldırır, round-robin zamanlama gibi döngüsel süreçler için kullanışlıdır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Diziler ile bağlı listeler arasında seçim yapmak, yapıyı en sık işleminizle eşleştirmek demektir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5: Yığınlar — basit ve güçlü "son giren ilk çıkar" kuralı üzerine inşa edilmiş, geri alma sistemleri ve ifade değerlendirmesi gibi anında uygulamaları olan bir yapı.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4: Bağlı Listeler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2026-09-20T19:27:38Z</dcterms:created>
  <dcterms:modified xsi:type="dcterms:W3CDTF">2026-09-20T19:27:38Z</dcterms:modified>
</cp:coreProperties>
</file>